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73" r:id="rId2"/>
    <p:sldId id="278" r:id="rId3"/>
    <p:sldId id="259" r:id="rId4"/>
    <p:sldId id="260" r:id="rId5"/>
    <p:sldId id="274" r:id="rId6"/>
    <p:sldId id="269" r:id="rId7"/>
    <p:sldId id="281" r:id="rId8"/>
    <p:sldId id="267" r:id="rId9"/>
    <p:sldId id="270" r:id="rId10"/>
    <p:sldId id="271" r:id="rId11"/>
    <p:sldId id="276" r:id="rId12"/>
    <p:sldId id="277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7" autoAdjust="0"/>
    <p:restoredTop sz="94061" autoAdjust="0"/>
  </p:normalViewPr>
  <p:slideViewPr>
    <p:cSldViewPr snapToGrid="0" snapToObjects="1">
      <p:cViewPr varScale="1">
        <p:scale>
          <a:sx n="65" d="100"/>
          <a:sy n="65" d="100"/>
        </p:scale>
        <p:origin x="14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39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Subsidy Rate Comparison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Fraser</c:v>
                </c:pt>
                <c:pt idx="1">
                  <c:v>Interior</c:v>
                </c:pt>
                <c:pt idx="2">
                  <c:v>Northern</c:v>
                </c:pt>
                <c:pt idx="3">
                  <c:v>Vancouver Coastal</c:v>
                </c:pt>
                <c:pt idx="4">
                  <c:v>Vancouver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48</c:v>
                </c:pt>
                <c:pt idx="2">
                  <c:v>52</c:v>
                </c:pt>
                <c:pt idx="3">
                  <c:v>60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C5-4B0C-8CF0-73CDC5ABF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Rent Burden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Fraser</c:v>
                </c:pt>
                <c:pt idx="1">
                  <c:v>Interior</c:v>
                </c:pt>
                <c:pt idx="2">
                  <c:v>Northern</c:v>
                </c:pt>
                <c:pt idx="3">
                  <c:v>Vancouver Coastal</c:v>
                </c:pt>
                <c:pt idx="4">
                  <c:v>Vancouver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40.030952380952378</c:v>
                </c:pt>
                <c:pt idx="1">
                  <c:v>41.482926829268287</c:v>
                </c:pt>
                <c:pt idx="2">
                  <c:v>26.44736842105263</c:v>
                </c:pt>
                <c:pt idx="3">
                  <c:v>43.771111111111111</c:v>
                </c:pt>
                <c:pt idx="4">
                  <c:v>41.471428571428568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6-44F6-80F7-5FA00529DFE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14F4CA-5164-4FC0-91D7-C0B701C39E4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3ADA4C-467A-4732-935E-37DDA81C554F}">
      <dgm:prSet/>
      <dgm:spPr/>
      <dgm:t>
        <a:bodyPr/>
        <a:lstStyle/>
        <a:p>
          <a:r>
            <a:rPr lang="en-US"/>
            <a:t>Data Analysis Project</a:t>
          </a:r>
        </a:p>
      </dgm:t>
    </dgm:pt>
    <dgm:pt modelId="{5B8DC330-1A78-453F-9189-BC5D0CC5ADA0}" type="parTrans" cxnId="{8E93A733-62F9-4482-BB7A-906C6BF38AFF}">
      <dgm:prSet/>
      <dgm:spPr/>
      <dgm:t>
        <a:bodyPr/>
        <a:lstStyle/>
        <a:p>
          <a:endParaRPr lang="en-US"/>
        </a:p>
      </dgm:t>
    </dgm:pt>
    <dgm:pt modelId="{FA41C948-F71C-49D7-B532-D741456182CF}" type="sibTrans" cxnId="{8E93A733-62F9-4482-BB7A-906C6BF38AFF}">
      <dgm:prSet/>
      <dgm:spPr/>
      <dgm:t>
        <a:bodyPr/>
        <a:lstStyle/>
        <a:p>
          <a:endParaRPr lang="en-US"/>
        </a:p>
      </dgm:t>
    </dgm:pt>
    <dgm:pt modelId="{D75F15F3-7ED5-43DB-AE11-A9C0446208D8}">
      <dgm:prSet/>
      <dgm:spPr/>
      <dgm:t>
        <a:bodyPr/>
        <a:lstStyle/>
        <a:p>
          <a:r>
            <a:rPr lang="en-US"/>
            <a:t>2016 BC Housing Affordability</a:t>
          </a:r>
        </a:p>
      </dgm:t>
    </dgm:pt>
    <dgm:pt modelId="{EB791656-F585-4E6D-889C-666FC3838074}" type="parTrans" cxnId="{13DD2089-CBD9-45D0-959A-A6D841CE5E58}">
      <dgm:prSet/>
      <dgm:spPr/>
      <dgm:t>
        <a:bodyPr/>
        <a:lstStyle/>
        <a:p>
          <a:endParaRPr lang="en-US"/>
        </a:p>
      </dgm:t>
    </dgm:pt>
    <dgm:pt modelId="{646008C3-F1B0-40AF-93CC-228F23B0706E}" type="sibTrans" cxnId="{13DD2089-CBD9-45D0-959A-A6D841CE5E58}">
      <dgm:prSet/>
      <dgm:spPr/>
      <dgm:t>
        <a:bodyPr/>
        <a:lstStyle/>
        <a:p>
          <a:endParaRPr lang="en-US"/>
        </a:p>
      </dgm:t>
    </dgm:pt>
    <dgm:pt modelId="{C62F15F2-26BD-4904-95C8-C254C158278A}" type="pres">
      <dgm:prSet presAssocID="{BA14F4CA-5164-4FC0-91D7-C0B701C39E4C}" presName="root" presStyleCnt="0">
        <dgm:presLayoutVars>
          <dgm:dir/>
          <dgm:resizeHandles val="exact"/>
        </dgm:presLayoutVars>
      </dgm:prSet>
      <dgm:spPr/>
    </dgm:pt>
    <dgm:pt modelId="{6BA5FF9C-52F7-46FF-9954-9C89A5A1984C}" type="pres">
      <dgm:prSet presAssocID="{783ADA4C-467A-4732-935E-37DDA81C554F}" presName="compNode" presStyleCnt="0"/>
      <dgm:spPr/>
    </dgm:pt>
    <dgm:pt modelId="{EB9D68CE-BEE9-489B-967E-07B76EB5E96E}" type="pres">
      <dgm:prSet presAssocID="{783ADA4C-467A-4732-935E-37DDA81C554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BA5DA5D-8A75-4456-A6B7-499152425F31}" type="pres">
      <dgm:prSet presAssocID="{783ADA4C-467A-4732-935E-37DDA81C554F}" presName="spaceRect" presStyleCnt="0"/>
      <dgm:spPr/>
    </dgm:pt>
    <dgm:pt modelId="{6330D0AC-0CB1-4603-9F76-D72D152EF204}" type="pres">
      <dgm:prSet presAssocID="{783ADA4C-467A-4732-935E-37DDA81C554F}" presName="textRect" presStyleLbl="revTx" presStyleIdx="0" presStyleCnt="2">
        <dgm:presLayoutVars>
          <dgm:chMax val="1"/>
          <dgm:chPref val="1"/>
        </dgm:presLayoutVars>
      </dgm:prSet>
      <dgm:spPr/>
    </dgm:pt>
    <dgm:pt modelId="{BF996ED2-EC70-4EB9-BA5C-08C01DF17FB5}" type="pres">
      <dgm:prSet presAssocID="{FA41C948-F71C-49D7-B532-D741456182CF}" presName="sibTrans" presStyleCnt="0"/>
      <dgm:spPr/>
    </dgm:pt>
    <dgm:pt modelId="{B1BC51EC-FB87-431F-80EE-9FE759C5EF71}" type="pres">
      <dgm:prSet presAssocID="{D75F15F3-7ED5-43DB-AE11-A9C0446208D8}" presName="compNode" presStyleCnt="0"/>
      <dgm:spPr/>
    </dgm:pt>
    <dgm:pt modelId="{2F63BB90-E1A5-4977-AFEC-A81DA9CE9EAB}" type="pres">
      <dgm:prSet presAssocID="{D75F15F3-7ED5-43DB-AE11-A9C0446208D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94CD796-9743-4519-959C-B421A4836088}" type="pres">
      <dgm:prSet presAssocID="{D75F15F3-7ED5-43DB-AE11-A9C0446208D8}" presName="spaceRect" presStyleCnt="0"/>
      <dgm:spPr/>
    </dgm:pt>
    <dgm:pt modelId="{70AEA3DC-49A9-4F97-A408-3EF654D49C38}" type="pres">
      <dgm:prSet presAssocID="{D75F15F3-7ED5-43DB-AE11-A9C0446208D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23C3409-C352-42FE-A236-8E6074B090D9}" type="presOf" srcId="{BA14F4CA-5164-4FC0-91D7-C0B701C39E4C}" destId="{C62F15F2-26BD-4904-95C8-C254C158278A}" srcOrd="0" destOrd="0" presId="urn:microsoft.com/office/officeart/2018/2/layout/IconLabelList"/>
    <dgm:cxn modelId="{8E93A733-62F9-4482-BB7A-906C6BF38AFF}" srcId="{BA14F4CA-5164-4FC0-91D7-C0B701C39E4C}" destId="{783ADA4C-467A-4732-935E-37DDA81C554F}" srcOrd="0" destOrd="0" parTransId="{5B8DC330-1A78-453F-9189-BC5D0CC5ADA0}" sibTransId="{FA41C948-F71C-49D7-B532-D741456182CF}"/>
    <dgm:cxn modelId="{6A14F66F-F7F3-424F-8B44-79C8E5C319A8}" type="presOf" srcId="{D75F15F3-7ED5-43DB-AE11-A9C0446208D8}" destId="{70AEA3DC-49A9-4F97-A408-3EF654D49C38}" srcOrd="0" destOrd="0" presId="urn:microsoft.com/office/officeart/2018/2/layout/IconLabelList"/>
    <dgm:cxn modelId="{13DD2089-CBD9-45D0-959A-A6D841CE5E58}" srcId="{BA14F4CA-5164-4FC0-91D7-C0B701C39E4C}" destId="{D75F15F3-7ED5-43DB-AE11-A9C0446208D8}" srcOrd="1" destOrd="0" parTransId="{EB791656-F585-4E6D-889C-666FC3838074}" sibTransId="{646008C3-F1B0-40AF-93CC-228F23B0706E}"/>
    <dgm:cxn modelId="{F5C69CE5-3BF2-4D35-8322-C8FAADD158D6}" type="presOf" srcId="{783ADA4C-467A-4732-935E-37DDA81C554F}" destId="{6330D0AC-0CB1-4603-9F76-D72D152EF204}" srcOrd="0" destOrd="0" presId="urn:microsoft.com/office/officeart/2018/2/layout/IconLabelList"/>
    <dgm:cxn modelId="{9001E866-540B-4574-804E-B947C67BE2CF}" type="presParOf" srcId="{C62F15F2-26BD-4904-95C8-C254C158278A}" destId="{6BA5FF9C-52F7-46FF-9954-9C89A5A1984C}" srcOrd="0" destOrd="0" presId="urn:microsoft.com/office/officeart/2018/2/layout/IconLabelList"/>
    <dgm:cxn modelId="{BC2D5E20-2F3C-4425-B1EE-916BF1F910A0}" type="presParOf" srcId="{6BA5FF9C-52F7-46FF-9954-9C89A5A1984C}" destId="{EB9D68CE-BEE9-489B-967E-07B76EB5E96E}" srcOrd="0" destOrd="0" presId="urn:microsoft.com/office/officeart/2018/2/layout/IconLabelList"/>
    <dgm:cxn modelId="{D81F369A-ABB2-4708-BAFB-2C7DA9D28806}" type="presParOf" srcId="{6BA5FF9C-52F7-46FF-9954-9C89A5A1984C}" destId="{0BA5DA5D-8A75-4456-A6B7-499152425F31}" srcOrd="1" destOrd="0" presId="urn:microsoft.com/office/officeart/2018/2/layout/IconLabelList"/>
    <dgm:cxn modelId="{70E68DB9-49CB-4886-8706-2CFE11BF0BB6}" type="presParOf" srcId="{6BA5FF9C-52F7-46FF-9954-9C89A5A1984C}" destId="{6330D0AC-0CB1-4603-9F76-D72D152EF204}" srcOrd="2" destOrd="0" presId="urn:microsoft.com/office/officeart/2018/2/layout/IconLabelList"/>
    <dgm:cxn modelId="{4C1E0078-2F9F-45AC-9375-0B321105EBDE}" type="presParOf" srcId="{C62F15F2-26BD-4904-95C8-C254C158278A}" destId="{BF996ED2-EC70-4EB9-BA5C-08C01DF17FB5}" srcOrd="1" destOrd="0" presId="urn:microsoft.com/office/officeart/2018/2/layout/IconLabelList"/>
    <dgm:cxn modelId="{16AAD741-E9BB-4090-B8A8-DE4FE82EE856}" type="presParOf" srcId="{C62F15F2-26BD-4904-95C8-C254C158278A}" destId="{B1BC51EC-FB87-431F-80EE-9FE759C5EF71}" srcOrd="2" destOrd="0" presId="urn:microsoft.com/office/officeart/2018/2/layout/IconLabelList"/>
    <dgm:cxn modelId="{B7AAA65D-72C2-4C97-B3E2-C9996184F487}" type="presParOf" srcId="{B1BC51EC-FB87-431F-80EE-9FE759C5EF71}" destId="{2F63BB90-E1A5-4977-AFEC-A81DA9CE9EAB}" srcOrd="0" destOrd="0" presId="urn:microsoft.com/office/officeart/2018/2/layout/IconLabelList"/>
    <dgm:cxn modelId="{DD67A25F-ADA3-42E9-B4EC-AA41B844AFA0}" type="presParOf" srcId="{B1BC51EC-FB87-431F-80EE-9FE759C5EF71}" destId="{894CD796-9743-4519-959C-B421A4836088}" srcOrd="1" destOrd="0" presId="urn:microsoft.com/office/officeart/2018/2/layout/IconLabelList"/>
    <dgm:cxn modelId="{32D4DC4A-F092-4AA7-917A-0C7296E825ED}" type="presParOf" srcId="{B1BC51EC-FB87-431F-80EE-9FE759C5EF71}" destId="{70AEA3DC-49A9-4F97-A408-3EF654D49C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563778-6B25-4AE6-A61F-78F41E046D8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554DDD-D273-460D-94C7-3F154B92A579}">
      <dgm:prSet/>
      <dgm:spPr/>
      <dgm:t>
        <a:bodyPr/>
        <a:lstStyle/>
        <a:p>
          <a:r>
            <a:rPr lang="en-US"/>
            <a:t>Analyze</a:t>
          </a:r>
        </a:p>
      </dgm:t>
    </dgm:pt>
    <dgm:pt modelId="{C284369D-E995-4666-8E98-6738EFEAD600}" type="parTrans" cxnId="{FC665F36-56E6-4AA7-A973-2E71781E8456}">
      <dgm:prSet/>
      <dgm:spPr/>
      <dgm:t>
        <a:bodyPr/>
        <a:lstStyle/>
        <a:p>
          <a:endParaRPr lang="en-US"/>
        </a:p>
      </dgm:t>
    </dgm:pt>
    <dgm:pt modelId="{AC6F850D-8C25-4A4F-A8C8-91C62F42941E}" type="sibTrans" cxnId="{FC665F36-56E6-4AA7-A973-2E71781E8456}">
      <dgm:prSet/>
      <dgm:spPr/>
      <dgm:t>
        <a:bodyPr/>
        <a:lstStyle/>
        <a:p>
          <a:endParaRPr lang="en-US"/>
        </a:p>
      </dgm:t>
    </dgm:pt>
    <dgm:pt modelId="{078CD494-B363-42B9-B375-7EFB912E0BF5}">
      <dgm:prSet/>
      <dgm:spPr/>
      <dgm:t>
        <a:bodyPr/>
        <a:lstStyle/>
        <a:p>
          <a:r>
            <a:rPr lang="en-US"/>
            <a:t>Analyze housing affordability</a:t>
          </a:r>
        </a:p>
      </dgm:t>
    </dgm:pt>
    <dgm:pt modelId="{937B1DC5-7403-4659-838C-F914B3ABBDFE}" type="parTrans" cxnId="{5CAA9E9B-CB0A-4C83-996C-A9ACF4A8F690}">
      <dgm:prSet/>
      <dgm:spPr/>
      <dgm:t>
        <a:bodyPr/>
        <a:lstStyle/>
        <a:p>
          <a:endParaRPr lang="en-US"/>
        </a:p>
      </dgm:t>
    </dgm:pt>
    <dgm:pt modelId="{0688A720-B450-4F4A-AE63-117AABCB2744}" type="sibTrans" cxnId="{5CAA9E9B-CB0A-4C83-996C-A9ACF4A8F690}">
      <dgm:prSet/>
      <dgm:spPr/>
      <dgm:t>
        <a:bodyPr/>
        <a:lstStyle/>
        <a:p>
          <a:endParaRPr lang="en-US"/>
        </a:p>
      </dgm:t>
    </dgm:pt>
    <dgm:pt modelId="{E29AD1CF-B74F-427C-A2FA-AE4F82D8456D}">
      <dgm:prSet/>
      <dgm:spPr/>
      <dgm:t>
        <a:bodyPr/>
        <a:lstStyle/>
        <a:p>
          <a:r>
            <a:rPr lang="en-US"/>
            <a:t>Check</a:t>
          </a:r>
        </a:p>
      </dgm:t>
    </dgm:pt>
    <dgm:pt modelId="{19CD4B65-0BCE-4D1F-B17B-02D179870229}" type="parTrans" cxnId="{C78709E4-8C93-41EC-AB27-09057FEB72CE}">
      <dgm:prSet/>
      <dgm:spPr/>
      <dgm:t>
        <a:bodyPr/>
        <a:lstStyle/>
        <a:p>
          <a:endParaRPr lang="en-US"/>
        </a:p>
      </dgm:t>
    </dgm:pt>
    <dgm:pt modelId="{AC110C0C-CCA4-4B3D-8871-2F8B2CB19F90}" type="sibTrans" cxnId="{C78709E4-8C93-41EC-AB27-09057FEB72CE}">
      <dgm:prSet/>
      <dgm:spPr/>
      <dgm:t>
        <a:bodyPr/>
        <a:lstStyle/>
        <a:p>
          <a:endParaRPr lang="en-US"/>
        </a:p>
      </dgm:t>
    </dgm:pt>
    <dgm:pt modelId="{489EC3E6-5327-4B82-AAF1-31B0C7E42E60}">
      <dgm:prSet/>
      <dgm:spPr/>
      <dgm:t>
        <a:bodyPr/>
        <a:lstStyle/>
        <a:p>
          <a:r>
            <a:rPr lang="en-US"/>
            <a:t>Check rental subsidy fairness</a:t>
          </a:r>
        </a:p>
      </dgm:t>
    </dgm:pt>
    <dgm:pt modelId="{C1ABD62C-431C-40EA-8958-269C46FB3D65}" type="parTrans" cxnId="{0E88C25B-5C87-4E79-A5D4-E5824478EB84}">
      <dgm:prSet/>
      <dgm:spPr/>
      <dgm:t>
        <a:bodyPr/>
        <a:lstStyle/>
        <a:p>
          <a:endParaRPr lang="en-US"/>
        </a:p>
      </dgm:t>
    </dgm:pt>
    <dgm:pt modelId="{62B54A18-CB48-4D22-9802-034C74012B10}" type="sibTrans" cxnId="{0E88C25B-5C87-4E79-A5D4-E5824478EB84}">
      <dgm:prSet/>
      <dgm:spPr/>
      <dgm:t>
        <a:bodyPr/>
        <a:lstStyle/>
        <a:p>
          <a:endParaRPr lang="en-US"/>
        </a:p>
      </dgm:t>
    </dgm:pt>
    <dgm:pt modelId="{DE739E4F-8C2B-4E93-A560-19916B29275A}">
      <dgm:prSet/>
      <dgm:spPr/>
      <dgm:t>
        <a:bodyPr/>
        <a:lstStyle/>
        <a:p>
          <a:r>
            <a:rPr lang="en-US"/>
            <a:t>Use</a:t>
          </a:r>
        </a:p>
      </dgm:t>
    </dgm:pt>
    <dgm:pt modelId="{6B58A84A-CF6F-4EE9-BB9F-848728B01CA7}" type="parTrans" cxnId="{52F64AC6-A99F-412F-B1B9-CCF1CB1C3679}">
      <dgm:prSet/>
      <dgm:spPr/>
      <dgm:t>
        <a:bodyPr/>
        <a:lstStyle/>
        <a:p>
          <a:endParaRPr lang="en-US"/>
        </a:p>
      </dgm:t>
    </dgm:pt>
    <dgm:pt modelId="{756CE7F2-5CFE-4AD6-83FD-F17D57BCD3C7}" type="sibTrans" cxnId="{52F64AC6-A99F-412F-B1B9-CCF1CB1C3679}">
      <dgm:prSet/>
      <dgm:spPr/>
      <dgm:t>
        <a:bodyPr/>
        <a:lstStyle/>
        <a:p>
          <a:endParaRPr lang="en-US"/>
        </a:p>
      </dgm:t>
    </dgm:pt>
    <dgm:pt modelId="{89972573-3733-407A-A3E7-9137C540650C}">
      <dgm:prSet/>
      <dgm:spPr/>
      <dgm:t>
        <a:bodyPr/>
        <a:lstStyle/>
        <a:p>
          <a:r>
            <a:rPr lang="en-US"/>
            <a:t>Use BC Census 2016 data</a:t>
          </a:r>
        </a:p>
      </dgm:t>
    </dgm:pt>
    <dgm:pt modelId="{A88B5BCD-DA5F-4639-8E09-27D7F2090F0E}" type="parTrans" cxnId="{B42FD812-F1BD-46F3-9CCD-839426A854C2}">
      <dgm:prSet/>
      <dgm:spPr/>
      <dgm:t>
        <a:bodyPr/>
        <a:lstStyle/>
        <a:p>
          <a:endParaRPr lang="en-US"/>
        </a:p>
      </dgm:t>
    </dgm:pt>
    <dgm:pt modelId="{2C1A0CBF-C683-4E74-90CF-DDA48402DEC0}" type="sibTrans" cxnId="{B42FD812-F1BD-46F3-9CCD-839426A854C2}">
      <dgm:prSet/>
      <dgm:spPr/>
      <dgm:t>
        <a:bodyPr/>
        <a:lstStyle/>
        <a:p>
          <a:endParaRPr lang="en-US"/>
        </a:p>
      </dgm:t>
    </dgm:pt>
    <dgm:pt modelId="{4741AB32-1475-4499-B1CB-5AB519D09863}" type="pres">
      <dgm:prSet presAssocID="{CF563778-6B25-4AE6-A61F-78F41E046D8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60B24E-F6E1-45AF-81DB-8D075994CF00}" type="pres">
      <dgm:prSet presAssocID="{35554DDD-D273-460D-94C7-3F154B92A579}" presName="hierRoot1" presStyleCnt="0"/>
      <dgm:spPr/>
    </dgm:pt>
    <dgm:pt modelId="{5D837D5F-A19A-4FB5-8BCB-3602B20AE8DC}" type="pres">
      <dgm:prSet presAssocID="{35554DDD-D273-460D-94C7-3F154B92A579}" presName="composite" presStyleCnt="0"/>
      <dgm:spPr/>
    </dgm:pt>
    <dgm:pt modelId="{57E340F4-4F20-4B56-84E7-02C6EFE8CBF3}" type="pres">
      <dgm:prSet presAssocID="{35554DDD-D273-460D-94C7-3F154B92A579}" presName="background" presStyleLbl="node0" presStyleIdx="0" presStyleCnt="3"/>
      <dgm:spPr/>
    </dgm:pt>
    <dgm:pt modelId="{C990BFDD-A64A-40A5-98EF-C8155DDC4B6B}" type="pres">
      <dgm:prSet presAssocID="{35554DDD-D273-460D-94C7-3F154B92A579}" presName="text" presStyleLbl="fgAcc0" presStyleIdx="0" presStyleCnt="3">
        <dgm:presLayoutVars>
          <dgm:chPref val="3"/>
        </dgm:presLayoutVars>
      </dgm:prSet>
      <dgm:spPr/>
    </dgm:pt>
    <dgm:pt modelId="{9BF0E996-8935-47F8-B641-7FCE8F2F6CDC}" type="pres">
      <dgm:prSet presAssocID="{35554DDD-D273-460D-94C7-3F154B92A579}" presName="hierChild2" presStyleCnt="0"/>
      <dgm:spPr/>
    </dgm:pt>
    <dgm:pt modelId="{A68AC0EC-7470-449A-8483-F004CD0511CE}" type="pres">
      <dgm:prSet presAssocID="{937B1DC5-7403-4659-838C-F914B3ABBDFE}" presName="Name10" presStyleLbl="parChTrans1D2" presStyleIdx="0" presStyleCnt="3"/>
      <dgm:spPr/>
    </dgm:pt>
    <dgm:pt modelId="{0FCF8476-C17D-466C-8BB9-C9607A0F129B}" type="pres">
      <dgm:prSet presAssocID="{078CD494-B363-42B9-B375-7EFB912E0BF5}" presName="hierRoot2" presStyleCnt="0"/>
      <dgm:spPr/>
    </dgm:pt>
    <dgm:pt modelId="{1EA2F1A0-C183-4708-958F-4FE35973E206}" type="pres">
      <dgm:prSet presAssocID="{078CD494-B363-42B9-B375-7EFB912E0BF5}" presName="composite2" presStyleCnt="0"/>
      <dgm:spPr/>
    </dgm:pt>
    <dgm:pt modelId="{D9986AE9-6D37-4136-A6A3-74DED83088C1}" type="pres">
      <dgm:prSet presAssocID="{078CD494-B363-42B9-B375-7EFB912E0BF5}" presName="background2" presStyleLbl="node2" presStyleIdx="0" presStyleCnt="3"/>
      <dgm:spPr/>
    </dgm:pt>
    <dgm:pt modelId="{EA1FEDB6-454C-4D8D-A10B-BB38A1AB90D2}" type="pres">
      <dgm:prSet presAssocID="{078CD494-B363-42B9-B375-7EFB912E0BF5}" presName="text2" presStyleLbl="fgAcc2" presStyleIdx="0" presStyleCnt="3">
        <dgm:presLayoutVars>
          <dgm:chPref val="3"/>
        </dgm:presLayoutVars>
      </dgm:prSet>
      <dgm:spPr/>
    </dgm:pt>
    <dgm:pt modelId="{638FA14F-A3D8-4DEB-9542-657A0D6B90D6}" type="pres">
      <dgm:prSet presAssocID="{078CD494-B363-42B9-B375-7EFB912E0BF5}" presName="hierChild3" presStyleCnt="0"/>
      <dgm:spPr/>
    </dgm:pt>
    <dgm:pt modelId="{3140A46A-393E-4687-ABE3-27BDF74DC854}" type="pres">
      <dgm:prSet presAssocID="{E29AD1CF-B74F-427C-A2FA-AE4F82D8456D}" presName="hierRoot1" presStyleCnt="0"/>
      <dgm:spPr/>
    </dgm:pt>
    <dgm:pt modelId="{38359A47-C0D1-4438-84C5-0C479879BC6F}" type="pres">
      <dgm:prSet presAssocID="{E29AD1CF-B74F-427C-A2FA-AE4F82D8456D}" presName="composite" presStyleCnt="0"/>
      <dgm:spPr/>
    </dgm:pt>
    <dgm:pt modelId="{83748943-0E73-448E-B9EB-66C1FDF2273A}" type="pres">
      <dgm:prSet presAssocID="{E29AD1CF-B74F-427C-A2FA-AE4F82D8456D}" presName="background" presStyleLbl="node0" presStyleIdx="1" presStyleCnt="3"/>
      <dgm:spPr/>
    </dgm:pt>
    <dgm:pt modelId="{4A897FDE-EFA9-4E95-BFA8-11D651BABF4B}" type="pres">
      <dgm:prSet presAssocID="{E29AD1CF-B74F-427C-A2FA-AE4F82D8456D}" presName="text" presStyleLbl="fgAcc0" presStyleIdx="1" presStyleCnt="3">
        <dgm:presLayoutVars>
          <dgm:chPref val="3"/>
        </dgm:presLayoutVars>
      </dgm:prSet>
      <dgm:spPr/>
    </dgm:pt>
    <dgm:pt modelId="{10223BBB-477D-48C5-826F-7C40EE2B52D9}" type="pres">
      <dgm:prSet presAssocID="{E29AD1CF-B74F-427C-A2FA-AE4F82D8456D}" presName="hierChild2" presStyleCnt="0"/>
      <dgm:spPr/>
    </dgm:pt>
    <dgm:pt modelId="{5D899BA5-4C47-44D3-9E3E-5FD1A294FA8B}" type="pres">
      <dgm:prSet presAssocID="{C1ABD62C-431C-40EA-8958-269C46FB3D65}" presName="Name10" presStyleLbl="parChTrans1D2" presStyleIdx="1" presStyleCnt="3"/>
      <dgm:spPr/>
    </dgm:pt>
    <dgm:pt modelId="{CA7F0950-1D4D-409F-9289-A7E5CA8088DB}" type="pres">
      <dgm:prSet presAssocID="{489EC3E6-5327-4B82-AAF1-31B0C7E42E60}" presName="hierRoot2" presStyleCnt="0"/>
      <dgm:spPr/>
    </dgm:pt>
    <dgm:pt modelId="{D31C921E-4078-4E91-9791-1D70E2BD1264}" type="pres">
      <dgm:prSet presAssocID="{489EC3E6-5327-4B82-AAF1-31B0C7E42E60}" presName="composite2" presStyleCnt="0"/>
      <dgm:spPr/>
    </dgm:pt>
    <dgm:pt modelId="{E65DBC77-AAFF-44B3-90B4-D37A40AF51E2}" type="pres">
      <dgm:prSet presAssocID="{489EC3E6-5327-4B82-AAF1-31B0C7E42E60}" presName="background2" presStyleLbl="node2" presStyleIdx="1" presStyleCnt="3"/>
      <dgm:spPr/>
    </dgm:pt>
    <dgm:pt modelId="{356BAE29-2DE1-4772-9922-BE570903AA61}" type="pres">
      <dgm:prSet presAssocID="{489EC3E6-5327-4B82-AAF1-31B0C7E42E60}" presName="text2" presStyleLbl="fgAcc2" presStyleIdx="1" presStyleCnt="3">
        <dgm:presLayoutVars>
          <dgm:chPref val="3"/>
        </dgm:presLayoutVars>
      </dgm:prSet>
      <dgm:spPr/>
    </dgm:pt>
    <dgm:pt modelId="{EACF4697-F244-4B40-B938-3BB0BDB66B26}" type="pres">
      <dgm:prSet presAssocID="{489EC3E6-5327-4B82-AAF1-31B0C7E42E60}" presName="hierChild3" presStyleCnt="0"/>
      <dgm:spPr/>
    </dgm:pt>
    <dgm:pt modelId="{00203AEE-57A6-45FF-A2D1-8DB235037E0D}" type="pres">
      <dgm:prSet presAssocID="{DE739E4F-8C2B-4E93-A560-19916B29275A}" presName="hierRoot1" presStyleCnt="0"/>
      <dgm:spPr/>
    </dgm:pt>
    <dgm:pt modelId="{58B6D8F0-D365-4EA8-ACC0-CBD5D5B0F5A0}" type="pres">
      <dgm:prSet presAssocID="{DE739E4F-8C2B-4E93-A560-19916B29275A}" presName="composite" presStyleCnt="0"/>
      <dgm:spPr/>
    </dgm:pt>
    <dgm:pt modelId="{FED02F77-8FC4-4F7B-BF4D-C3EC2C5FF608}" type="pres">
      <dgm:prSet presAssocID="{DE739E4F-8C2B-4E93-A560-19916B29275A}" presName="background" presStyleLbl="node0" presStyleIdx="2" presStyleCnt="3"/>
      <dgm:spPr/>
    </dgm:pt>
    <dgm:pt modelId="{0C67D525-3BB4-481E-BDB1-2808134BA1B7}" type="pres">
      <dgm:prSet presAssocID="{DE739E4F-8C2B-4E93-A560-19916B29275A}" presName="text" presStyleLbl="fgAcc0" presStyleIdx="2" presStyleCnt="3">
        <dgm:presLayoutVars>
          <dgm:chPref val="3"/>
        </dgm:presLayoutVars>
      </dgm:prSet>
      <dgm:spPr/>
    </dgm:pt>
    <dgm:pt modelId="{598B4D6B-222A-4F12-ADA1-97B17E8FD34C}" type="pres">
      <dgm:prSet presAssocID="{DE739E4F-8C2B-4E93-A560-19916B29275A}" presName="hierChild2" presStyleCnt="0"/>
      <dgm:spPr/>
    </dgm:pt>
    <dgm:pt modelId="{82EEE9F4-E2BA-47F1-9464-55076C43CBF0}" type="pres">
      <dgm:prSet presAssocID="{A88B5BCD-DA5F-4639-8E09-27D7F2090F0E}" presName="Name10" presStyleLbl="parChTrans1D2" presStyleIdx="2" presStyleCnt="3"/>
      <dgm:spPr/>
    </dgm:pt>
    <dgm:pt modelId="{7FB237B4-CB14-4A64-8F5A-9C0A2DC288CC}" type="pres">
      <dgm:prSet presAssocID="{89972573-3733-407A-A3E7-9137C540650C}" presName="hierRoot2" presStyleCnt="0"/>
      <dgm:spPr/>
    </dgm:pt>
    <dgm:pt modelId="{7CA6D602-056E-45E8-A333-F28BD635E202}" type="pres">
      <dgm:prSet presAssocID="{89972573-3733-407A-A3E7-9137C540650C}" presName="composite2" presStyleCnt="0"/>
      <dgm:spPr/>
    </dgm:pt>
    <dgm:pt modelId="{CB554B65-00C2-4F98-B4F3-47D92BAB51EA}" type="pres">
      <dgm:prSet presAssocID="{89972573-3733-407A-A3E7-9137C540650C}" presName="background2" presStyleLbl="node2" presStyleIdx="2" presStyleCnt="3"/>
      <dgm:spPr/>
    </dgm:pt>
    <dgm:pt modelId="{65DB474E-4335-4359-90CD-91D6A003E8E4}" type="pres">
      <dgm:prSet presAssocID="{89972573-3733-407A-A3E7-9137C540650C}" presName="text2" presStyleLbl="fgAcc2" presStyleIdx="2" presStyleCnt="3">
        <dgm:presLayoutVars>
          <dgm:chPref val="3"/>
        </dgm:presLayoutVars>
      </dgm:prSet>
      <dgm:spPr/>
    </dgm:pt>
    <dgm:pt modelId="{D4B08979-5824-4E9D-B895-F676A51E70F6}" type="pres">
      <dgm:prSet presAssocID="{89972573-3733-407A-A3E7-9137C540650C}" presName="hierChild3" presStyleCnt="0"/>
      <dgm:spPr/>
    </dgm:pt>
  </dgm:ptLst>
  <dgm:cxnLst>
    <dgm:cxn modelId="{ABD5A609-9971-4782-B19D-428723A2655F}" type="presOf" srcId="{CF563778-6B25-4AE6-A61F-78F41E046D85}" destId="{4741AB32-1475-4499-B1CB-5AB519D09863}" srcOrd="0" destOrd="0" presId="urn:microsoft.com/office/officeart/2005/8/layout/hierarchy1"/>
    <dgm:cxn modelId="{B42FD812-F1BD-46F3-9CCD-839426A854C2}" srcId="{DE739E4F-8C2B-4E93-A560-19916B29275A}" destId="{89972573-3733-407A-A3E7-9137C540650C}" srcOrd="0" destOrd="0" parTransId="{A88B5BCD-DA5F-4639-8E09-27D7F2090F0E}" sibTransId="{2C1A0CBF-C683-4E74-90CF-DDA48402DEC0}"/>
    <dgm:cxn modelId="{5C4BC913-CF9C-4464-A35F-2B5EB68221A1}" type="presOf" srcId="{35554DDD-D273-460D-94C7-3F154B92A579}" destId="{C990BFDD-A64A-40A5-98EF-C8155DDC4B6B}" srcOrd="0" destOrd="0" presId="urn:microsoft.com/office/officeart/2005/8/layout/hierarchy1"/>
    <dgm:cxn modelId="{E9C82814-2AD2-45D3-A476-3523D1BF8172}" type="presOf" srcId="{89972573-3733-407A-A3E7-9137C540650C}" destId="{65DB474E-4335-4359-90CD-91D6A003E8E4}" srcOrd="0" destOrd="0" presId="urn:microsoft.com/office/officeart/2005/8/layout/hierarchy1"/>
    <dgm:cxn modelId="{7AD9471D-C7A4-4819-A7AD-A3BE5EF99C27}" type="presOf" srcId="{E29AD1CF-B74F-427C-A2FA-AE4F82D8456D}" destId="{4A897FDE-EFA9-4E95-BFA8-11D651BABF4B}" srcOrd="0" destOrd="0" presId="urn:microsoft.com/office/officeart/2005/8/layout/hierarchy1"/>
    <dgm:cxn modelId="{FC665F36-56E6-4AA7-A973-2E71781E8456}" srcId="{CF563778-6B25-4AE6-A61F-78F41E046D85}" destId="{35554DDD-D273-460D-94C7-3F154B92A579}" srcOrd="0" destOrd="0" parTransId="{C284369D-E995-4666-8E98-6738EFEAD600}" sibTransId="{AC6F850D-8C25-4A4F-A8C8-91C62F42941E}"/>
    <dgm:cxn modelId="{02A0AE3C-CC42-4464-A86E-0763064B2F6E}" type="presOf" srcId="{489EC3E6-5327-4B82-AAF1-31B0C7E42E60}" destId="{356BAE29-2DE1-4772-9922-BE570903AA61}" srcOrd="0" destOrd="0" presId="urn:microsoft.com/office/officeart/2005/8/layout/hierarchy1"/>
    <dgm:cxn modelId="{0E88C25B-5C87-4E79-A5D4-E5824478EB84}" srcId="{E29AD1CF-B74F-427C-A2FA-AE4F82D8456D}" destId="{489EC3E6-5327-4B82-AAF1-31B0C7E42E60}" srcOrd="0" destOrd="0" parTransId="{C1ABD62C-431C-40EA-8958-269C46FB3D65}" sibTransId="{62B54A18-CB48-4D22-9802-034C74012B10}"/>
    <dgm:cxn modelId="{AE3DAD69-7E39-42B5-9E8F-92CA130437E7}" type="presOf" srcId="{A88B5BCD-DA5F-4639-8E09-27D7F2090F0E}" destId="{82EEE9F4-E2BA-47F1-9464-55076C43CBF0}" srcOrd="0" destOrd="0" presId="urn:microsoft.com/office/officeart/2005/8/layout/hierarchy1"/>
    <dgm:cxn modelId="{DF2D5E86-09BA-49B6-B7BB-5C81645C290B}" type="presOf" srcId="{937B1DC5-7403-4659-838C-F914B3ABBDFE}" destId="{A68AC0EC-7470-449A-8483-F004CD0511CE}" srcOrd="0" destOrd="0" presId="urn:microsoft.com/office/officeart/2005/8/layout/hierarchy1"/>
    <dgm:cxn modelId="{5CAA9E9B-CB0A-4C83-996C-A9ACF4A8F690}" srcId="{35554DDD-D273-460D-94C7-3F154B92A579}" destId="{078CD494-B363-42B9-B375-7EFB912E0BF5}" srcOrd="0" destOrd="0" parTransId="{937B1DC5-7403-4659-838C-F914B3ABBDFE}" sibTransId="{0688A720-B450-4F4A-AE63-117AABCB2744}"/>
    <dgm:cxn modelId="{E0DE00A9-7532-4FF3-A71A-5D885255B84D}" type="presOf" srcId="{DE739E4F-8C2B-4E93-A560-19916B29275A}" destId="{0C67D525-3BB4-481E-BDB1-2808134BA1B7}" srcOrd="0" destOrd="0" presId="urn:microsoft.com/office/officeart/2005/8/layout/hierarchy1"/>
    <dgm:cxn modelId="{52F64AC6-A99F-412F-B1B9-CCF1CB1C3679}" srcId="{CF563778-6B25-4AE6-A61F-78F41E046D85}" destId="{DE739E4F-8C2B-4E93-A560-19916B29275A}" srcOrd="2" destOrd="0" parTransId="{6B58A84A-CF6F-4EE9-BB9F-848728B01CA7}" sibTransId="{756CE7F2-5CFE-4AD6-83FD-F17D57BCD3C7}"/>
    <dgm:cxn modelId="{A252C7D1-F1E3-4BA2-A0A9-99A16B6E7FF2}" type="presOf" srcId="{C1ABD62C-431C-40EA-8958-269C46FB3D65}" destId="{5D899BA5-4C47-44D3-9E3E-5FD1A294FA8B}" srcOrd="0" destOrd="0" presId="urn:microsoft.com/office/officeart/2005/8/layout/hierarchy1"/>
    <dgm:cxn modelId="{C78709E4-8C93-41EC-AB27-09057FEB72CE}" srcId="{CF563778-6B25-4AE6-A61F-78F41E046D85}" destId="{E29AD1CF-B74F-427C-A2FA-AE4F82D8456D}" srcOrd="1" destOrd="0" parTransId="{19CD4B65-0BCE-4D1F-B17B-02D179870229}" sibTransId="{AC110C0C-CCA4-4B3D-8871-2F8B2CB19F90}"/>
    <dgm:cxn modelId="{7BE98EEC-F244-48CF-8434-7B70B640A52F}" type="presOf" srcId="{078CD494-B363-42B9-B375-7EFB912E0BF5}" destId="{EA1FEDB6-454C-4D8D-A10B-BB38A1AB90D2}" srcOrd="0" destOrd="0" presId="urn:microsoft.com/office/officeart/2005/8/layout/hierarchy1"/>
    <dgm:cxn modelId="{B19693CE-4FAB-4D79-9DE3-0A14156E29C0}" type="presParOf" srcId="{4741AB32-1475-4499-B1CB-5AB519D09863}" destId="{3360B24E-F6E1-45AF-81DB-8D075994CF00}" srcOrd="0" destOrd="0" presId="urn:microsoft.com/office/officeart/2005/8/layout/hierarchy1"/>
    <dgm:cxn modelId="{E3DFD774-D49D-488E-90B5-D5A81B3C29EB}" type="presParOf" srcId="{3360B24E-F6E1-45AF-81DB-8D075994CF00}" destId="{5D837D5F-A19A-4FB5-8BCB-3602B20AE8DC}" srcOrd="0" destOrd="0" presId="urn:microsoft.com/office/officeart/2005/8/layout/hierarchy1"/>
    <dgm:cxn modelId="{A9E8C829-6AB6-4ADD-BA2E-971D1EAF28D0}" type="presParOf" srcId="{5D837D5F-A19A-4FB5-8BCB-3602B20AE8DC}" destId="{57E340F4-4F20-4B56-84E7-02C6EFE8CBF3}" srcOrd="0" destOrd="0" presId="urn:microsoft.com/office/officeart/2005/8/layout/hierarchy1"/>
    <dgm:cxn modelId="{76F3976F-3185-49B0-BBEC-BB96A7C88627}" type="presParOf" srcId="{5D837D5F-A19A-4FB5-8BCB-3602B20AE8DC}" destId="{C990BFDD-A64A-40A5-98EF-C8155DDC4B6B}" srcOrd="1" destOrd="0" presId="urn:microsoft.com/office/officeart/2005/8/layout/hierarchy1"/>
    <dgm:cxn modelId="{EF9CF066-B320-43BB-A923-9EE312892504}" type="presParOf" srcId="{3360B24E-F6E1-45AF-81DB-8D075994CF00}" destId="{9BF0E996-8935-47F8-B641-7FCE8F2F6CDC}" srcOrd="1" destOrd="0" presId="urn:microsoft.com/office/officeart/2005/8/layout/hierarchy1"/>
    <dgm:cxn modelId="{93D26916-7F35-4CC9-8B67-D3F737EE8DAF}" type="presParOf" srcId="{9BF0E996-8935-47F8-B641-7FCE8F2F6CDC}" destId="{A68AC0EC-7470-449A-8483-F004CD0511CE}" srcOrd="0" destOrd="0" presId="urn:microsoft.com/office/officeart/2005/8/layout/hierarchy1"/>
    <dgm:cxn modelId="{C52954D6-2695-4128-AB20-0FC523B24102}" type="presParOf" srcId="{9BF0E996-8935-47F8-B641-7FCE8F2F6CDC}" destId="{0FCF8476-C17D-466C-8BB9-C9607A0F129B}" srcOrd="1" destOrd="0" presId="urn:microsoft.com/office/officeart/2005/8/layout/hierarchy1"/>
    <dgm:cxn modelId="{C869DF57-991D-48F6-A98F-96D7A2098AEB}" type="presParOf" srcId="{0FCF8476-C17D-466C-8BB9-C9607A0F129B}" destId="{1EA2F1A0-C183-4708-958F-4FE35973E206}" srcOrd="0" destOrd="0" presId="urn:microsoft.com/office/officeart/2005/8/layout/hierarchy1"/>
    <dgm:cxn modelId="{C47158DE-589C-4F88-9658-5EFA354588AE}" type="presParOf" srcId="{1EA2F1A0-C183-4708-958F-4FE35973E206}" destId="{D9986AE9-6D37-4136-A6A3-74DED83088C1}" srcOrd="0" destOrd="0" presId="urn:microsoft.com/office/officeart/2005/8/layout/hierarchy1"/>
    <dgm:cxn modelId="{B3AB6FD8-1C65-46FD-B48B-4F3385F08B92}" type="presParOf" srcId="{1EA2F1A0-C183-4708-958F-4FE35973E206}" destId="{EA1FEDB6-454C-4D8D-A10B-BB38A1AB90D2}" srcOrd="1" destOrd="0" presId="urn:microsoft.com/office/officeart/2005/8/layout/hierarchy1"/>
    <dgm:cxn modelId="{83F87DB9-5724-4F4B-80D9-23A7209B4090}" type="presParOf" srcId="{0FCF8476-C17D-466C-8BB9-C9607A0F129B}" destId="{638FA14F-A3D8-4DEB-9542-657A0D6B90D6}" srcOrd="1" destOrd="0" presId="urn:microsoft.com/office/officeart/2005/8/layout/hierarchy1"/>
    <dgm:cxn modelId="{09925172-F3A6-4AFC-9C4D-E87223003918}" type="presParOf" srcId="{4741AB32-1475-4499-B1CB-5AB519D09863}" destId="{3140A46A-393E-4687-ABE3-27BDF74DC854}" srcOrd="1" destOrd="0" presId="urn:microsoft.com/office/officeart/2005/8/layout/hierarchy1"/>
    <dgm:cxn modelId="{2D66DE2A-48B0-43E3-9ABF-D3F4CC3E55F9}" type="presParOf" srcId="{3140A46A-393E-4687-ABE3-27BDF74DC854}" destId="{38359A47-C0D1-4438-84C5-0C479879BC6F}" srcOrd="0" destOrd="0" presId="urn:microsoft.com/office/officeart/2005/8/layout/hierarchy1"/>
    <dgm:cxn modelId="{667336A7-A004-4AD6-B914-F49B904E506D}" type="presParOf" srcId="{38359A47-C0D1-4438-84C5-0C479879BC6F}" destId="{83748943-0E73-448E-B9EB-66C1FDF2273A}" srcOrd="0" destOrd="0" presId="urn:microsoft.com/office/officeart/2005/8/layout/hierarchy1"/>
    <dgm:cxn modelId="{69235C16-929E-408E-8E8D-B8235F6EB4B5}" type="presParOf" srcId="{38359A47-C0D1-4438-84C5-0C479879BC6F}" destId="{4A897FDE-EFA9-4E95-BFA8-11D651BABF4B}" srcOrd="1" destOrd="0" presId="urn:microsoft.com/office/officeart/2005/8/layout/hierarchy1"/>
    <dgm:cxn modelId="{FDBE3A5B-8F59-477D-B53A-7478BB115FA3}" type="presParOf" srcId="{3140A46A-393E-4687-ABE3-27BDF74DC854}" destId="{10223BBB-477D-48C5-826F-7C40EE2B52D9}" srcOrd="1" destOrd="0" presId="urn:microsoft.com/office/officeart/2005/8/layout/hierarchy1"/>
    <dgm:cxn modelId="{9416F522-BD51-48D1-AA3D-85514BD0A388}" type="presParOf" srcId="{10223BBB-477D-48C5-826F-7C40EE2B52D9}" destId="{5D899BA5-4C47-44D3-9E3E-5FD1A294FA8B}" srcOrd="0" destOrd="0" presId="urn:microsoft.com/office/officeart/2005/8/layout/hierarchy1"/>
    <dgm:cxn modelId="{96427FA6-FC52-462D-A2F9-CE9A059608EC}" type="presParOf" srcId="{10223BBB-477D-48C5-826F-7C40EE2B52D9}" destId="{CA7F0950-1D4D-409F-9289-A7E5CA8088DB}" srcOrd="1" destOrd="0" presId="urn:microsoft.com/office/officeart/2005/8/layout/hierarchy1"/>
    <dgm:cxn modelId="{4460A4D8-6362-4055-9818-B94689051107}" type="presParOf" srcId="{CA7F0950-1D4D-409F-9289-A7E5CA8088DB}" destId="{D31C921E-4078-4E91-9791-1D70E2BD1264}" srcOrd="0" destOrd="0" presId="urn:microsoft.com/office/officeart/2005/8/layout/hierarchy1"/>
    <dgm:cxn modelId="{EEBC6241-6DA8-40C3-86FB-C10502021DEB}" type="presParOf" srcId="{D31C921E-4078-4E91-9791-1D70E2BD1264}" destId="{E65DBC77-AAFF-44B3-90B4-D37A40AF51E2}" srcOrd="0" destOrd="0" presId="urn:microsoft.com/office/officeart/2005/8/layout/hierarchy1"/>
    <dgm:cxn modelId="{41106C49-663C-4082-A74F-58FF42A84501}" type="presParOf" srcId="{D31C921E-4078-4E91-9791-1D70E2BD1264}" destId="{356BAE29-2DE1-4772-9922-BE570903AA61}" srcOrd="1" destOrd="0" presId="urn:microsoft.com/office/officeart/2005/8/layout/hierarchy1"/>
    <dgm:cxn modelId="{8AF6CB63-3C04-4AD0-B3A0-AC45FD940465}" type="presParOf" srcId="{CA7F0950-1D4D-409F-9289-A7E5CA8088DB}" destId="{EACF4697-F244-4B40-B938-3BB0BDB66B26}" srcOrd="1" destOrd="0" presId="urn:microsoft.com/office/officeart/2005/8/layout/hierarchy1"/>
    <dgm:cxn modelId="{F418FCF1-C301-4C16-A58C-189BBB36E091}" type="presParOf" srcId="{4741AB32-1475-4499-B1CB-5AB519D09863}" destId="{00203AEE-57A6-45FF-A2D1-8DB235037E0D}" srcOrd="2" destOrd="0" presId="urn:microsoft.com/office/officeart/2005/8/layout/hierarchy1"/>
    <dgm:cxn modelId="{1D2BB9D9-1A8C-4749-AC74-EE37EEB77956}" type="presParOf" srcId="{00203AEE-57A6-45FF-A2D1-8DB235037E0D}" destId="{58B6D8F0-D365-4EA8-ACC0-CBD5D5B0F5A0}" srcOrd="0" destOrd="0" presId="urn:microsoft.com/office/officeart/2005/8/layout/hierarchy1"/>
    <dgm:cxn modelId="{52C9E924-2BB7-4023-9DBA-16F712BEA8EE}" type="presParOf" srcId="{58B6D8F0-D365-4EA8-ACC0-CBD5D5B0F5A0}" destId="{FED02F77-8FC4-4F7B-BF4D-C3EC2C5FF608}" srcOrd="0" destOrd="0" presId="urn:microsoft.com/office/officeart/2005/8/layout/hierarchy1"/>
    <dgm:cxn modelId="{EA2EFEEB-54B8-4ECB-9293-A14471F16FA0}" type="presParOf" srcId="{58B6D8F0-D365-4EA8-ACC0-CBD5D5B0F5A0}" destId="{0C67D525-3BB4-481E-BDB1-2808134BA1B7}" srcOrd="1" destOrd="0" presId="urn:microsoft.com/office/officeart/2005/8/layout/hierarchy1"/>
    <dgm:cxn modelId="{B2E73A24-4B56-42A7-B8D9-3E46092FC2AA}" type="presParOf" srcId="{00203AEE-57A6-45FF-A2D1-8DB235037E0D}" destId="{598B4D6B-222A-4F12-ADA1-97B17E8FD34C}" srcOrd="1" destOrd="0" presId="urn:microsoft.com/office/officeart/2005/8/layout/hierarchy1"/>
    <dgm:cxn modelId="{320607EB-12F5-41D6-9105-219666AF6D9E}" type="presParOf" srcId="{598B4D6B-222A-4F12-ADA1-97B17E8FD34C}" destId="{82EEE9F4-E2BA-47F1-9464-55076C43CBF0}" srcOrd="0" destOrd="0" presId="urn:microsoft.com/office/officeart/2005/8/layout/hierarchy1"/>
    <dgm:cxn modelId="{F20F117A-52E7-435A-827D-92DDC2908F45}" type="presParOf" srcId="{598B4D6B-222A-4F12-ADA1-97B17E8FD34C}" destId="{7FB237B4-CB14-4A64-8F5A-9C0A2DC288CC}" srcOrd="1" destOrd="0" presId="urn:microsoft.com/office/officeart/2005/8/layout/hierarchy1"/>
    <dgm:cxn modelId="{8AADD292-5FE7-4150-82C8-089D19AC3EC3}" type="presParOf" srcId="{7FB237B4-CB14-4A64-8F5A-9C0A2DC288CC}" destId="{7CA6D602-056E-45E8-A333-F28BD635E202}" srcOrd="0" destOrd="0" presId="urn:microsoft.com/office/officeart/2005/8/layout/hierarchy1"/>
    <dgm:cxn modelId="{E818A85A-13CB-4FAD-9E26-B8228B117809}" type="presParOf" srcId="{7CA6D602-056E-45E8-A333-F28BD635E202}" destId="{CB554B65-00C2-4F98-B4F3-47D92BAB51EA}" srcOrd="0" destOrd="0" presId="urn:microsoft.com/office/officeart/2005/8/layout/hierarchy1"/>
    <dgm:cxn modelId="{D9397DAB-51FD-41A1-BEDF-DBDDA83C6398}" type="presParOf" srcId="{7CA6D602-056E-45E8-A333-F28BD635E202}" destId="{65DB474E-4335-4359-90CD-91D6A003E8E4}" srcOrd="1" destOrd="0" presId="urn:microsoft.com/office/officeart/2005/8/layout/hierarchy1"/>
    <dgm:cxn modelId="{5AE663C0-C81E-435D-9063-62D3B1337B47}" type="presParOf" srcId="{7FB237B4-CB14-4A64-8F5A-9C0A2DC288CC}" destId="{D4B08979-5824-4E9D-B895-F676A51E70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F51788-7050-45C6-A670-6F43FA8027E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755EC2-53A6-4050-8FE9-4C1690B7F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Python for programming</a:t>
          </a:r>
        </a:p>
      </dgm:t>
    </dgm:pt>
    <dgm:pt modelId="{11915EF6-A3BF-4E3D-9A65-2E6A2AA8EFFA}" type="parTrans" cxnId="{BC306DAB-83DE-4381-9E5C-6B9C33342C2F}">
      <dgm:prSet/>
      <dgm:spPr/>
      <dgm:t>
        <a:bodyPr/>
        <a:lstStyle/>
        <a:p>
          <a:endParaRPr lang="en-US"/>
        </a:p>
      </dgm:t>
    </dgm:pt>
    <dgm:pt modelId="{8465D5DC-5FF7-442C-BB8A-3DB85481AD71}" type="sibTrans" cxnId="{BC306DAB-83DE-4381-9E5C-6B9C33342C2F}">
      <dgm:prSet/>
      <dgm:spPr/>
      <dgm:t>
        <a:bodyPr/>
        <a:lstStyle/>
        <a:p>
          <a:endParaRPr lang="en-US"/>
        </a:p>
      </dgm:t>
    </dgm:pt>
    <dgm:pt modelId="{42AD36EA-1FD4-4FD6-BB47-F45DA9E555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Pandas library for </a:t>
          </a:r>
          <a:r>
            <a:rPr lang="en-US"/>
            <a:t>data analysis</a:t>
          </a:r>
          <a:endParaRPr lang="en-US" dirty="0"/>
        </a:p>
      </dgm:t>
    </dgm:pt>
    <dgm:pt modelId="{BDC91C65-DDD6-4648-80B7-BF0C5B4B5189}" type="parTrans" cxnId="{477B881C-6F9B-429B-84B8-A48EA52B03DA}">
      <dgm:prSet/>
      <dgm:spPr/>
      <dgm:t>
        <a:bodyPr/>
        <a:lstStyle/>
        <a:p>
          <a:endParaRPr lang="en-US"/>
        </a:p>
      </dgm:t>
    </dgm:pt>
    <dgm:pt modelId="{ABAECDB8-5B23-4521-9853-055DCD6C54EE}" type="sibTrans" cxnId="{477B881C-6F9B-429B-84B8-A48EA52B03DA}">
      <dgm:prSet/>
      <dgm:spPr/>
      <dgm:t>
        <a:bodyPr/>
        <a:lstStyle/>
        <a:p>
          <a:endParaRPr lang="en-US"/>
        </a:p>
      </dgm:t>
    </dgm:pt>
    <dgm:pt modelId="{D9E5B27C-6551-44DA-802D-E3A77BA27A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Charts for  data Visualization</a:t>
          </a:r>
        </a:p>
      </dgm:t>
    </dgm:pt>
    <dgm:pt modelId="{3981B544-BB43-4C8D-8AA5-75223F42FFE5}" type="parTrans" cxnId="{ACD6FE7F-3ECF-4F1A-913B-D872BABC7D7E}">
      <dgm:prSet/>
      <dgm:spPr/>
    </dgm:pt>
    <dgm:pt modelId="{853934E7-FE1A-41FB-8F28-B8A3731339DD}" type="sibTrans" cxnId="{ACD6FE7F-3ECF-4F1A-913B-D872BABC7D7E}">
      <dgm:prSet/>
      <dgm:spPr/>
    </dgm:pt>
    <dgm:pt modelId="{0199FE6A-437F-4637-BEA4-0E6FF35F74EC}" type="pres">
      <dgm:prSet presAssocID="{05F51788-7050-45C6-A670-6F43FA8027E4}" presName="root" presStyleCnt="0">
        <dgm:presLayoutVars>
          <dgm:dir/>
          <dgm:resizeHandles val="exact"/>
        </dgm:presLayoutVars>
      </dgm:prSet>
      <dgm:spPr/>
    </dgm:pt>
    <dgm:pt modelId="{F6963C78-00D8-41A8-8D9E-AF6997A27BF3}" type="pres">
      <dgm:prSet presAssocID="{97755EC2-53A6-4050-8FE9-4C1690B7F94F}" presName="compNode" presStyleCnt="0"/>
      <dgm:spPr/>
    </dgm:pt>
    <dgm:pt modelId="{205B1B9C-2F19-49EF-B4D6-4F8C37A9AB46}" type="pres">
      <dgm:prSet presAssocID="{97755EC2-53A6-4050-8FE9-4C1690B7F94F}" presName="bgRect" presStyleLbl="bgShp" presStyleIdx="0" presStyleCnt="3"/>
      <dgm:spPr/>
    </dgm:pt>
    <dgm:pt modelId="{DDA891AF-1BD4-4635-85B4-FBB91FEE2806}" type="pres">
      <dgm:prSet presAssocID="{97755EC2-53A6-4050-8FE9-4C1690B7F9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95F00C5-9B37-451B-A8A7-3E30B6A9E65B}" type="pres">
      <dgm:prSet presAssocID="{97755EC2-53A6-4050-8FE9-4C1690B7F94F}" presName="spaceRect" presStyleCnt="0"/>
      <dgm:spPr/>
    </dgm:pt>
    <dgm:pt modelId="{D286C238-6B5D-4B73-901A-23E4877F29A8}" type="pres">
      <dgm:prSet presAssocID="{97755EC2-53A6-4050-8FE9-4C1690B7F94F}" presName="parTx" presStyleLbl="revTx" presStyleIdx="0" presStyleCnt="3">
        <dgm:presLayoutVars>
          <dgm:chMax val="0"/>
          <dgm:chPref val="0"/>
        </dgm:presLayoutVars>
      </dgm:prSet>
      <dgm:spPr/>
    </dgm:pt>
    <dgm:pt modelId="{76D7BB65-8D10-411D-922A-029071D56989}" type="pres">
      <dgm:prSet presAssocID="{8465D5DC-5FF7-442C-BB8A-3DB85481AD71}" presName="sibTrans" presStyleCnt="0"/>
      <dgm:spPr/>
    </dgm:pt>
    <dgm:pt modelId="{B5DAB0A4-EAA9-4A21-926A-76AD9FD1DBD0}" type="pres">
      <dgm:prSet presAssocID="{42AD36EA-1FD4-4FD6-BB47-F45DA9E5551D}" presName="compNode" presStyleCnt="0"/>
      <dgm:spPr/>
    </dgm:pt>
    <dgm:pt modelId="{CF3A3D19-8C20-478D-AFCE-6C20E3D04EBE}" type="pres">
      <dgm:prSet presAssocID="{42AD36EA-1FD4-4FD6-BB47-F45DA9E5551D}" presName="bgRect" presStyleLbl="bgShp" presStyleIdx="1" presStyleCnt="3"/>
      <dgm:spPr/>
    </dgm:pt>
    <dgm:pt modelId="{F5D449C4-82E0-488D-9B95-1CB27F3461C3}" type="pres">
      <dgm:prSet presAssocID="{42AD36EA-1FD4-4FD6-BB47-F45DA9E5551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7307456C-AA09-4D15-B33D-62187C8FAFFC}" type="pres">
      <dgm:prSet presAssocID="{42AD36EA-1FD4-4FD6-BB47-F45DA9E5551D}" presName="spaceRect" presStyleCnt="0"/>
      <dgm:spPr/>
    </dgm:pt>
    <dgm:pt modelId="{B63BCBB5-3FB4-443B-8144-658A2F7A2556}" type="pres">
      <dgm:prSet presAssocID="{42AD36EA-1FD4-4FD6-BB47-F45DA9E5551D}" presName="parTx" presStyleLbl="revTx" presStyleIdx="1" presStyleCnt="3">
        <dgm:presLayoutVars>
          <dgm:chMax val="0"/>
          <dgm:chPref val="0"/>
        </dgm:presLayoutVars>
      </dgm:prSet>
      <dgm:spPr/>
    </dgm:pt>
    <dgm:pt modelId="{7A19F495-C231-431D-B4AC-59E6601F1B27}" type="pres">
      <dgm:prSet presAssocID="{ABAECDB8-5B23-4521-9853-055DCD6C54EE}" presName="sibTrans" presStyleCnt="0"/>
      <dgm:spPr/>
    </dgm:pt>
    <dgm:pt modelId="{61A74A5D-0ACE-4A7D-B3F6-9A5AFA2A5D94}" type="pres">
      <dgm:prSet presAssocID="{D9E5B27C-6551-44DA-802D-E3A77BA27A87}" presName="compNode" presStyleCnt="0"/>
      <dgm:spPr/>
    </dgm:pt>
    <dgm:pt modelId="{0CA05E3E-8CE5-4B06-B705-0552610FA166}" type="pres">
      <dgm:prSet presAssocID="{D9E5B27C-6551-44DA-802D-E3A77BA27A87}" presName="bgRect" presStyleLbl="bgShp" presStyleIdx="2" presStyleCnt="3"/>
      <dgm:spPr/>
    </dgm:pt>
    <dgm:pt modelId="{2EEFA95D-30C2-4B86-AE72-38A8AA5E8366}" type="pres">
      <dgm:prSet presAssocID="{D9E5B27C-6551-44DA-802D-E3A77BA27A87}" presName="iconRect" presStyleLbl="node1" presStyleIdx="2" presStyleCnt="3"/>
      <dgm:spPr/>
    </dgm:pt>
    <dgm:pt modelId="{6D2686A8-E081-4380-BFD8-B0DA3C4B0FB3}" type="pres">
      <dgm:prSet presAssocID="{D9E5B27C-6551-44DA-802D-E3A77BA27A87}" presName="spaceRect" presStyleCnt="0"/>
      <dgm:spPr/>
    </dgm:pt>
    <dgm:pt modelId="{C2545006-0B40-42D3-A71D-E39EC154957F}" type="pres">
      <dgm:prSet presAssocID="{D9E5B27C-6551-44DA-802D-E3A77BA27A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77B881C-6F9B-429B-84B8-A48EA52B03DA}" srcId="{05F51788-7050-45C6-A670-6F43FA8027E4}" destId="{42AD36EA-1FD4-4FD6-BB47-F45DA9E5551D}" srcOrd="1" destOrd="0" parTransId="{BDC91C65-DDD6-4648-80B7-BF0C5B4B5189}" sibTransId="{ABAECDB8-5B23-4521-9853-055DCD6C54EE}"/>
    <dgm:cxn modelId="{FEEE8647-4F21-4044-8369-2C481526894D}" type="presOf" srcId="{05F51788-7050-45C6-A670-6F43FA8027E4}" destId="{0199FE6A-437F-4637-BEA4-0E6FF35F74EC}" srcOrd="0" destOrd="0" presId="urn:microsoft.com/office/officeart/2018/2/layout/IconVerticalSolidList"/>
    <dgm:cxn modelId="{DEE4D94E-41C3-4A5B-B886-354962389F68}" type="presOf" srcId="{97755EC2-53A6-4050-8FE9-4C1690B7F94F}" destId="{D286C238-6B5D-4B73-901A-23E4877F29A8}" srcOrd="0" destOrd="0" presId="urn:microsoft.com/office/officeart/2018/2/layout/IconVerticalSolidList"/>
    <dgm:cxn modelId="{ACD6FE7F-3ECF-4F1A-913B-D872BABC7D7E}" srcId="{05F51788-7050-45C6-A670-6F43FA8027E4}" destId="{D9E5B27C-6551-44DA-802D-E3A77BA27A87}" srcOrd="2" destOrd="0" parTransId="{3981B544-BB43-4C8D-8AA5-75223F42FFE5}" sibTransId="{853934E7-FE1A-41FB-8F28-B8A3731339DD}"/>
    <dgm:cxn modelId="{BC306DAB-83DE-4381-9E5C-6B9C33342C2F}" srcId="{05F51788-7050-45C6-A670-6F43FA8027E4}" destId="{97755EC2-53A6-4050-8FE9-4C1690B7F94F}" srcOrd="0" destOrd="0" parTransId="{11915EF6-A3BF-4E3D-9A65-2E6A2AA8EFFA}" sibTransId="{8465D5DC-5FF7-442C-BB8A-3DB85481AD71}"/>
    <dgm:cxn modelId="{A80678EF-B3DB-469C-83E4-A75F677B89F5}" type="presOf" srcId="{D9E5B27C-6551-44DA-802D-E3A77BA27A87}" destId="{C2545006-0B40-42D3-A71D-E39EC154957F}" srcOrd="0" destOrd="0" presId="urn:microsoft.com/office/officeart/2018/2/layout/IconVerticalSolidList"/>
    <dgm:cxn modelId="{0518F9F8-8AA1-4E71-AA16-A10A89EF4F41}" type="presOf" srcId="{42AD36EA-1FD4-4FD6-BB47-F45DA9E5551D}" destId="{B63BCBB5-3FB4-443B-8144-658A2F7A2556}" srcOrd="0" destOrd="0" presId="urn:microsoft.com/office/officeart/2018/2/layout/IconVerticalSolidList"/>
    <dgm:cxn modelId="{5A0AE667-6BDC-458B-ADCD-B4AC7D63A4A0}" type="presParOf" srcId="{0199FE6A-437F-4637-BEA4-0E6FF35F74EC}" destId="{F6963C78-00D8-41A8-8D9E-AF6997A27BF3}" srcOrd="0" destOrd="0" presId="urn:microsoft.com/office/officeart/2018/2/layout/IconVerticalSolidList"/>
    <dgm:cxn modelId="{7AEF6CF7-2EDA-4F0B-BC34-ABCA825A9911}" type="presParOf" srcId="{F6963C78-00D8-41A8-8D9E-AF6997A27BF3}" destId="{205B1B9C-2F19-49EF-B4D6-4F8C37A9AB46}" srcOrd="0" destOrd="0" presId="urn:microsoft.com/office/officeart/2018/2/layout/IconVerticalSolidList"/>
    <dgm:cxn modelId="{E6E6B6D2-BD64-4891-9926-09A65716AEE9}" type="presParOf" srcId="{F6963C78-00D8-41A8-8D9E-AF6997A27BF3}" destId="{DDA891AF-1BD4-4635-85B4-FBB91FEE2806}" srcOrd="1" destOrd="0" presId="urn:microsoft.com/office/officeart/2018/2/layout/IconVerticalSolidList"/>
    <dgm:cxn modelId="{BCE61F42-4490-4BD0-8EFD-480ECACC7ECB}" type="presParOf" srcId="{F6963C78-00D8-41A8-8D9E-AF6997A27BF3}" destId="{295F00C5-9B37-451B-A8A7-3E30B6A9E65B}" srcOrd="2" destOrd="0" presId="urn:microsoft.com/office/officeart/2018/2/layout/IconVerticalSolidList"/>
    <dgm:cxn modelId="{3CEE9628-8A96-4F3E-A6A3-879212F5EC1E}" type="presParOf" srcId="{F6963C78-00D8-41A8-8D9E-AF6997A27BF3}" destId="{D286C238-6B5D-4B73-901A-23E4877F29A8}" srcOrd="3" destOrd="0" presId="urn:microsoft.com/office/officeart/2018/2/layout/IconVerticalSolidList"/>
    <dgm:cxn modelId="{B9BDDF85-80DD-4EF5-9B53-99EE364EDFCB}" type="presParOf" srcId="{0199FE6A-437F-4637-BEA4-0E6FF35F74EC}" destId="{76D7BB65-8D10-411D-922A-029071D56989}" srcOrd="1" destOrd="0" presId="urn:microsoft.com/office/officeart/2018/2/layout/IconVerticalSolidList"/>
    <dgm:cxn modelId="{CEF0ABDE-AA1F-4C92-8735-7A2F6C9F22D1}" type="presParOf" srcId="{0199FE6A-437F-4637-BEA4-0E6FF35F74EC}" destId="{B5DAB0A4-EAA9-4A21-926A-76AD9FD1DBD0}" srcOrd="2" destOrd="0" presId="urn:microsoft.com/office/officeart/2018/2/layout/IconVerticalSolidList"/>
    <dgm:cxn modelId="{C9B7E584-2C09-42C9-89F8-F8051EA51E7A}" type="presParOf" srcId="{B5DAB0A4-EAA9-4A21-926A-76AD9FD1DBD0}" destId="{CF3A3D19-8C20-478D-AFCE-6C20E3D04EBE}" srcOrd="0" destOrd="0" presId="urn:microsoft.com/office/officeart/2018/2/layout/IconVerticalSolidList"/>
    <dgm:cxn modelId="{E4D339AD-969C-45E1-9E50-A54B5710B5DE}" type="presParOf" srcId="{B5DAB0A4-EAA9-4A21-926A-76AD9FD1DBD0}" destId="{F5D449C4-82E0-488D-9B95-1CB27F3461C3}" srcOrd="1" destOrd="0" presId="urn:microsoft.com/office/officeart/2018/2/layout/IconVerticalSolidList"/>
    <dgm:cxn modelId="{E3D6A57E-B55B-4538-B7D1-BDE0DEEC4106}" type="presParOf" srcId="{B5DAB0A4-EAA9-4A21-926A-76AD9FD1DBD0}" destId="{7307456C-AA09-4D15-B33D-62187C8FAFFC}" srcOrd="2" destOrd="0" presId="urn:microsoft.com/office/officeart/2018/2/layout/IconVerticalSolidList"/>
    <dgm:cxn modelId="{BEBBCB4B-7FAA-4F6C-B6A5-57035C638277}" type="presParOf" srcId="{B5DAB0A4-EAA9-4A21-926A-76AD9FD1DBD0}" destId="{B63BCBB5-3FB4-443B-8144-658A2F7A2556}" srcOrd="3" destOrd="0" presId="urn:microsoft.com/office/officeart/2018/2/layout/IconVerticalSolidList"/>
    <dgm:cxn modelId="{8525E876-7380-437E-B065-3CB5462DB752}" type="presParOf" srcId="{0199FE6A-437F-4637-BEA4-0E6FF35F74EC}" destId="{7A19F495-C231-431D-B4AC-59E6601F1B27}" srcOrd="3" destOrd="0" presId="urn:microsoft.com/office/officeart/2018/2/layout/IconVerticalSolidList"/>
    <dgm:cxn modelId="{DBB72B6C-EEEF-4EBB-A9E6-EEAC01696FB9}" type="presParOf" srcId="{0199FE6A-437F-4637-BEA4-0E6FF35F74EC}" destId="{61A74A5D-0ACE-4A7D-B3F6-9A5AFA2A5D94}" srcOrd="4" destOrd="0" presId="urn:microsoft.com/office/officeart/2018/2/layout/IconVerticalSolidList"/>
    <dgm:cxn modelId="{1E6EA828-A33E-4CB0-BA94-3565BC1A25D8}" type="presParOf" srcId="{61A74A5D-0ACE-4A7D-B3F6-9A5AFA2A5D94}" destId="{0CA05E3E-8CE5-4B06-B705-0552610FA166}" srcOrd="0" destOrd="0" presId="urn:microsoft.com/office/officeart/2018/2/layout/IconVerticalSolidList"/>
    <dgm:cxn modelId="{03EE811B-A2E6-45EC-8300-F4BC031ECE3A}" type="presParOf" srcId="{61A74A5D-0ACE-4A7D-B3F6-9A5AFA2A5D94}" destId="{2EEFA95D-30C2-4B86-AE72-38A8AA5E8366}" srcOrd="1" destOrd="0" presId="urn:microsoft.com/office/officeart/2018/2/layout/IconVerticalSolidList"/>
    <dgm:cxn modelId="{F715905F-B195-4BB5-8B35-3C976D745FC3}" type="presParOf" srcId="{61A74A5D-0ACE-4A7D-B3F6-9A5AFA2A5D94}" destId="{6D2686A8-E081-4380-BFD8-B0DA3C4B0FB3}" srcOrd="2" destOrd="0" presId="urn:microsoft.com/office/officeart/2018/2/layout/IconVerticalSolidList"/>
    <dgm:cxn modelId="{22E687B3-A913-4990-8B8F-4FD38E97B602}" type="presParOf" srcId="{61A74A5D-0ACE-4A7D-B3F6-9A5AFA2A5D94}" destId="{C2545006-0B40-42D3-A71D-E39EC15495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D68CE-BEE9-489B-967E-07B76EB5E96E}">
      <dsp:nvSpPr>
        <dsp:cNvPr id="0" name=""/>
        <dsp:cNvSpPr/>
      </dsp:nvSpPr>
      <dsp:spPr>
        <a:xfrm>
          <a:off x="928596" y="750564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0D0AC-0CB1-4603-9F76-D72D152EF204}">
      <dsp:nvSpPr>
        <dsp:cNvPr id="0" name=""/>
        <dsp:cNvSpPr/>
      </dsp:nvSpPr>
      <dsp:spPr>
        <a:xfrm>
          <a:off x="22128" y="2622917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Analysis Project</a:t>
          </a:r>
        </a:p>
      </dsp:txBody>
      <dsp:txXfrm>
        <a:off x="22128" y="2622917"/>
        <a:ext cx="3296250" cy="720000"/>
      </dsp:txXfrm>
    </dsp:sp>
    <dsp:sp modelId="{2F63BB90-E1A5-4977-AFEC-A81DA9CE9EAB}">
      <dsp:nvSpPr>
        <dsp:cNvPr id="0" name=""/>
        <dsp:cNvSpPr/>
      </dsp:nvSpPr>
      <dsp:spPr>
        <a:xfrm>
          <a:off x="4801690" y="750564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EA3DC-49A9-4F97-A408-3EF654D49C38}">
      <dsp:nvSpPr>
        <dsp:cNvPr id="0" name=""/>
        <dsp:cNvSpPr/>
      </dsp:nvSpPr>
      <dsp:spPr>
        <a:xfrm>
          <a:off x="3895221" y="2622917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2016 BC Housing Affordability</a:t>
          </a:r>
        </a:p>
      </dsp:txBody>
      <dsp:txXfrm>
        <a:off x="3895221" y="2622917"/>
        <a:ext cx="329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EE9F4-E2BA-47F1-9464-55076C43CBF0}">
      <dsp:nvSpPr>
        <dsp:cNvPr id="0" name=""/>
        <dsp:cNvSpPr/>
      </dsp:nvSpPr>
      <dsp:spPr>
        <a:xfrm>
          <a:off x="5928042" y="1644639"/>
          <a:ext cx="91440" cy="5900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00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899BA5-4C47-44D3-9E3E-5FD1A294FA8B}">
      <dsp:nvSpPr>
        <dsp:cNvPr id="0" name=""/>
        <dsp:cNvSpPr/>
      </dsp:nvSpPr>
      <dsp:spPr>
        <a:xfrm>
          <a:off x="3448367" y="1644639"/>
          <a:ext cx="91440" cy="5900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00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8AC0EC-7470-449A-8483-F004CD0511CE}">
      <dsp:nvSpPr>
        <dsp:cNvPr id="0" name=""/>
        <dsp:cNvSpPr/>
      </dsp:nvSpPr>
      <dsp:spPr>
        <a:xfrm>
          <a:off x="968692" y="1644639"/>
          <a:ext cx="91440" cy="5900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00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340F4-4F20-4B56-84E7-02C6EFE8CBF3}">
      <dsp:nvSpPr>
        <dsp:cNvPr id="0" name=""/>
        <dsp:cNvSpPr/>
      </dsp:nvSpPr>
      <dsp:spPr>
        <a:xfrm>
          <a:off x="0" y="356335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0BFDD-A64A-40A5-98EF-C8155DDC4B6B}">
      <dsp:nvSpPr>
        <dsp:cNvPr id="0" name=""/>
        <dsp:cNvSpPr/>
      </dsp:nvSpPr>
      <dsp:spPr>
        <a:xfrm>
          <a:off x="225425" y="570489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</a:t>
          </a:r>
        </a:p>
      </dsp:txBody>
      <dsp:txXfrm>
        <a:off x="263158" y="608222"/>
        <a:ext cx="1953358" cy="1212837"/>
      </dsp:txXfrm>
    </dsp:sp>
    <dsp:sp modelId="{D9986AE9-6D37-4136-A6A3-74DED83088C1}">
      <dsp:nvSpPr>
        <dsp:cNvPr id="0" name=""/>
        <dsp:cNvSpPr/>
      </dsp:nvSpPr>
      <dsp:spPr>
        <a:xfrm>
          <a:off x="0" y="2234689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FEDB6-454C-4D8D-A10B-BB38A1AB90D2}">
      <dsp:nvSpPr>
        <dsp:cNvPr id="0" name=""/>
        <dsp:cNvSpPr/>
      </dsp:nvSpPr>
      <dsp:spPr>
        <a:xfrm>
          <a:off x="225425" y="2448842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 housing affordability</a:t>
          </a:r>
        </a:p>
      </dsp:txBody>
      <dsp:txXfrm>
        <a:off x="263158" y="2486575"/>
        <a:ext cx="1953358" cy="1212837"/>
      </dsp:txXfrm>
    </dsp:sp>
    <dsp:sp modelId="{83748943-0E73-448E-B9EB-66C1FDF2273A}">
      <dsp:nvSpPr>
        <dsp:cNvPr id="0" name=""/>
        <dsp:cNvSpPr/>
      </dsp:nvSpPr>
      <dsp:spPr>
        <a:xfrm>
          <a:off x="2479675" y="356335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97FDE-EFA9-4E95-BFA8-11D651BABF4B}">
      <dsp:nvSpPr>
        <dsp:cNvPr id="0" name=""/>
        <dsp:cNvSpPr/>
      </dsp:nvSpPr>
      <dsp:spPr>
        <a:xfrm>
          <a:off x="2705100" y="570489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Check</a:t>
          </a:r>
        </a:p>
      </dsp:txBody>
      <dsp:txXfrm>
        <a:off x="2742833" y="608222"/>
        <a:ext cx="1953358" cy="1212837"/>
      </dsp:txXfrm>
    </dsp:sp>
    <dsp:sp modelId="{E65DBC77-AAFF-44B3-90B4-D37A40AF51E2}">
      <dsp:nvSpPr>
        <dsp:cNvPr id="0" name=""/>
        <dsp:cNvSpPr/>
      </dsp:nvSpPr>
      <dsp:spPr>
        <a:xfrm>
          <a:off x="2479675" y="2234689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BAE29-2DE1-4772-9922-BE570903AA61}">
      <dsp:nvSpPr>
        <dsp:cNvPr id="0" name=""/>
        <dsp:cNvSpPr/>
      </dsp:nvSpPr>
      <dsp:spPr>
        <a:xfrm>
          <a:off x="2705100" y="2448842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Check rental subsidy fairness</a:t>
          </a:r>
        </a:p>
      </dsp:txBody>
      <dsp:txXfrm>
        <a:off x="2742833" y="2486575"/>
        <a:ext cx="1953358" cy="1212837"/>
      </dsp:txXfrm>
    </dsp:sp>
    <dsp:sp modelId="{FED02F77-8FC4-4F7B-BF4D-C3EC2C5FF608}">
      <dsp:nvSpPr>
        <dsp:cNvPr id="0" name=""/>
        <dsp:cNvSpPr/>
      </dsp:nvSpPr>
      <dsp:spPr>
        <a:xfrm>
          <a:off x="4959349" y="356335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7D525-3BB4-481E-BDB1-2808134BA1B7}">
      <dsp:nvSpPr>
        <dsp:cNvPr id="0" name=""/>
        <dsp:cNvSpPr/>
      </dsp:nvSpPr>
      <dsp:spPr>
        <a:xfrm>
          <a:off x="5184774" y="570489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</a:t>
          </a:r>
        </a:p>
      </dsp:txBody>
      <dsp:txXfrm>
        <a:off x="5222507" y="608222"/>
        <a:ext cx="1953358" cy="1212837"/>
      </dsp:txXfrm>
    </dsp:sp>
    <dsp:sp modelId="{CB554B65-00C2-4F98-B4F3-47D92BAB51EA}">
      <dsp:nvSpPr>
        <dsp:cNvPr id="0" name=""/>
        <dsp:cNvSpPr/>
      </dsp:nvSpPr>
      <dsp:spPr>
        <a:xfrm>
          <a:off x="4959349" y="2234689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B474E-4335-4359-90CD-91D6A003E8E4}">
      <dsp:nvSpPr>
        <dsp:cNvPr id="0" name=""/>
        <dsp:cNvSpPr/>
      </dsp:nvSpPr>
      <dsp:spPr>
        <a:xfrm>
          <a:off x="5184774" y="2448842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BC Census 2016 data</a:t>
          </a:r>
        </a:p>
      </dsp:txBody>
      <dsp:txXfrm>
        <a:off x="5222507" y="2486575"/>
        <a:ext cx="1953358" cy="12128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B1B9C-2F19-49EF-B4D6-4F8C37A9AB46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891AF-1BD4-4635-85B4-FBB91FEE2806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6C238-6B5D-4B73-901A-23E4877F29A8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Python for programming</a:t>
          </a:r>
        </a:p>
      </dsp:txBody>
      <dsp:txXfrm>
        <a:off x="1350519" y="499"/>
        <a:ext cx="5863080" cy="1169280"/>
      </dsp:txXfrm>
    </dsp:sp>
    <dsp:sp modelId="{CF3A3D19-8C20-478D-AFCE-6C20E3D04EBE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449C4-82E0-488D-9B95-1CB27F3461C3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BCBB5-3FB4-443B-8144-658A2F7A2556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Pandas library for </a:t>
          </a:r>
          <a:r>
            <a:rPr lang="en-US" sz="2500" kern="1200"/>
            <a:t>data analysis</a:t>
          </a:r>
          <a:endParaRPr lang="en-US" sz="2500" kern="1200" dirty="0"/>
        </a:p>
      </dsp:txBody>
      <dsp:txXfrm>
        <a:off x="1350519" y="1462100"/>
        <a:ext cx="5863080" cy="1169280"/>
      </dsp:txXfrm>
    </dsp:sp>
    <dsp:sp modelId="{0CA05E3E-8CE5-4B06-B705-0552610FA166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FA95D-30C2-4B86-AE72-38A8AA5E8366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45006-0B40-42D3-A71D-E39EC154957F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Charts for  data Visualization</a:t>
          </a:r>
        </a:p>
      </dsp:txBody>
      <dsp:txXfrm>
        <a:off x="1350519" y="2923701"/>
        <a:ext cx="5863080" cy="1169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35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68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79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74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75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3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89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47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90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20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0682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86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1038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21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28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10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3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D3BA-7289-47EA-657E-7EC1A3D4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Project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FF3F-11CA-ADE3-E587-92925569B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Student name : Parmeet Kaur</a:t>
            </a:r>
          </a:p>
          <a:p>
            <a:r>
              <a:rPr lang="en-US">
                <a:solidFill>
                  <a:srgbClr val="FFFFFF"/>
                </a:solidFill>
              </a:rPr>
              <a:t>Student id: 100177502</a:t>
            </a:r>
          </a:p>
          <a:p>
            <a:r>
              <a:rPr lang="en-US">
                <a:solidFill>
                  <a:srgbClr val="FFFFFF"/>
                </a:solidFill>
              </a:rPr>
              <a:t>Subject : Comp115</a:t>
            </a:r>
          </a:p>
          <a:p>
            <a:r>
              <a:rPr lang="en-US">
                <a:solidFill>
                  <a:srgbClr val="FFFFFF"/>
                </a:solidFill>
              </a:rPr>
              <a:t>Instructor : Alice Wang </a:t>
            </a:r>
          </a:p>
          <a:p>
            <a:endParaRPr lang="en-US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794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8451-E63F-5D64-51CF-0499A426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sz="310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331C1-589E-F3A3-3455-36CE10FC5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rPr lang="en-US" dirty="0"/>
              <a:t>In British Columbia it is evident that housing affordability is  one of the major issue which need to address. In which lot of masses spend more than 30 % of their income on rent. This project will pay attention towards the rent burden and compares different regions.</a:t>
            </a:r>
          </a:p>
        </p:txBody>
      </p:sp>
    </p:spTree>
    <p:extLst>
      <p:ext uri="{BB962C8B-B14F-4D97-AF65-F5344CB8AC3E}">
        <p14:creationId xmlns:p14="http://schemas.microsoft.com/office/powerpoint/2010/main" val="581535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Chosen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9E14D2-ED9B-8E13-B329-7F51777E9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65592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CC0EC5-CC07-8BD0-1A1F-E02B2D9E3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24788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D9F7-B472-B2EB-7D3C-5B5BF84A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what in the 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4E705-0351-3685-2420-004282FF5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1710813"/>
            <a:ext cx="7226711" cy="51471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Analyze house affordability .</a:t>
            </a:r>
          </a:p>
          <a:p>
            <a:r>
              <a:rPr lang="en-US" dirty="0"/>
              <a:t>Need to check subsidy fairness</a:t>
            </a:r>
          </a:p>
          <a:p>
            <a:r>
              <a:rPr lang="en-US" dirty="0"/>
              <a:t>Watch out BC census 2026 data</a:t>
            </a:r>
          </a:p>
          <a:p>
            <a:endParaRPr lang="en-US" dirty="0"/>
          </a:p>
          <a:p>
            <a:r>
              <a:rPr lang="en-US" dirty="0"/>
              <a:t>TASK 1: needs to pick up the areas which have &gt; 50% spending 30 % income on </a:t>
            </a:r>
            <a:r>
              <a:rPr lang="en-US" dirty="0" err="1"/>
              <a:t>rent.Moreover</a:t>
            </a:r>
            <a:r>
              <a:rPr lang="en-US" dirty="0"/>
              <a:t>, </a:t>
            </a:r>
            <a:r>
              <a:rPr lang="en-US" dirty="0" err="1"/>
              <a:t>analyzinging</a:t>
            </a:r>
            <a:r>
              <a:rPr lang="en-US" dirty="0"/>
              <a:t> the income vs rent.</a:t>
            </a:r>
          </a:p>
          <a:p>
            <a:r>
              <a:rPr lang="en-US" dirty="0"/>
              <a:t>TASK 2 : comparison subsidy rated across </a:t>
            </a:r>
            <a:r>
              <a:rPr lang="en-US" dirty="0" err="1"/>
              <a:t>regins.fraser,interior,northern,Vancouver</a:t>
            </a:r>
            <a:r>
              <a:rPr lang="en-US" dirty="0"/>
              <a:t> </a:t>
            </a:r>
            <a:r>
              <a:rPr lang="en-US" dirty="0" err="1"/>
              <a:t>coastal,Vancouver</a:t>
            </a:r>
            <a:r>
              <a:rPr lang="en-US" dirty="0"/>
              <a:t> island.</a:t>
            </a:r>
          </a:p>
          <a:p>
            <a:endParaRPr lang="en-US" dirty="0"/>
          </a:p>
          <a:p>
            <a:r>
              <a:rPr lang="en-US" dirty="0"/>
              <a:t>TOOLS : python, pandas, data visualization</a:t>
            </a:r>
          </a:p>
          <a:p>
            <a:endParaRPr lang="en-US" dirty="0"/>
          </a:p>
          <a:p>
            <a:r>
              <a:rPr lang="en-US" dirty="0"/>
              <a:t>RESULTS: Identify high coastal areas.</a:t>
            </a:r>
          </a:p>
          <a:p>
            <a:r>
              <a:rPr lang="en-US" dirty="0"/>
              <a:t>              difference across </a:t>
            </a:r>
            <a:r>
              <a:rPr lang="en-US" dirty="0" err="1"/>
              <a:t>regins</a:t>
            </a:r>
            <a:r>
              <a:rPr lang="en-US" dirty="0"/>
              <a:t> found.</a:t>
            </a:r>
          </a:p>
          <a:p>
            <a:endParaRPr lang="en-US" dirty="0"/>
          </a:p>
          <a:p>
            <a:r>
              <a:rPr lang="en-US" dirty="0"/>
              <a:t>CONCLUSION: suggestions regarding subsidy</a:t>
            </a:r>
          </a:p>
          <a:p>
            <a:r>
              <a:rPr lang="en-US" dirty="0"/>
              <a:t>                    policy adjustment required.</a:t>
            </a:r>
          </a:p>
          <a:p>
            <a:r>
              <a:rPr lang="en-US" dirty="0"/>
              <a:t>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33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Tools &amp; Skills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379DFF-8069-2F4E-75B0-FA790F063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99371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E32B-51E8-E4AC-A23B-35B63CC3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400"/>
            <a:ext cx="6347714" cy="6705600"/>
          </a:xfrm>
        </p:spPr>
        <p:txBody>
          <a:bodyPr>
            <a:noAutofit/>
          </a:bodyPr>
          <a:lstStyle/>
          <a:p>
            <a:r>
              <a:rPr lang="en-US" sz="2400" b="1">
                <a:latin typeface="Algerian" panose="04020705040A02060702" pitchFamily="82" charset="0"/>
              </a:rPr>
              <a:t>Python code</a:t>
            </a:r>
            <a:br>
              <a:rPr lang="en-US" sz="2400" b="1">
                <a:latin typeface="Algerian" panose="04020705040A02060702" pitchFamily="82" charset="0"/>
              </a:rPr>
            </a:br>
            <a:br>
              <a:rPr lang="en-US" sz="2400" b="1">
                <a:latin typeface="Algerian" panose="04020705040A02060702" pitchFamily="82" charset="0"/>
              </a:rPr>
            </a:br>
            <a:br>
              <a:rPr lang="en-US" sz="1400"/>
            </a:br>
            <a:r>
              <a:rPr lang="en-US" sz="1200"/>
              <a:t>import pandas as pd</a:t>
            </a:r>
            <a:br>
              <a:rPr lang="en-US" sz="1200"/>
            </a:br>
            <a:r>
              <a:rPr lang="en-US" sz="1200"/>
              <a:t>import matplotlib.pyplot as plt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read data file</a:t>
            </a:r>
            <a:br>
              <a:rPr lang="en-US" sz="1200"/>
            </a:br>
            <a:r>
              <a:rPr lang="en-US" sz="1200"/>
              <a:t>data = pd.read_csv("bc_census_2016.csv")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-------- task 1 --------</a:t>
            </a:r>
            <a:br>
              <a:rPr lang="en-US" sz="1200"/>
            </a:br>
            <a:r>
              <a:rPr lang="en-US" sz="1200"/>
              <a:t># find areas with high rent</a:t>
            </a:r>
            <a:br>
              <a:rPr lang="en-US" sz="1200"/>
            </a:br>
            <a:r>
              <a:rPr lang="en-US" sz="1200"/>
              <a:t>high_rent = data[data["shelt_rent_30plus_rate"] &gt; 50]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plt.bar(high_rent["area_name"], high_rent["shelt_rent_30plus_rate"], color="blue")</a:t>
            </a:r>
            <a:br>
              <a:rPr lang="en-US" sz="1200"/>
            </a:br>
            <a:r>
              <a:rPr lang="en-US" sz="1200"/>
              <a:t>plt.title("High Rent Areas")</a:t>
            </a:r>
            <a:br>
              <a:rPr lang="en-US" sz="1200"/>
            </a:br>
            <a:r>
              <a:rPr lang="en-US" sz="1200"/>
              <a:t>plt.xlabel("Area")</a:t>
            </a:r>
            <a:br>
              <a:rPr lang="en-US" sz="1200"/>
            </a:br>
            <a:r>
              <a:rPr lang="en-US" sz="1200"/>
              <a:t>plt.ylabel("Percent")</a:t>
            </a:r>
            <a:br>
              <a:rPr lang="en-US" sz="1200"/>
            </a:br>
            <a:r>
              <a:rPr lang="en-US" sz="1200"/>
              <a:t>plt.xticks(rotation=45)</a:t>
            </a:r>
            <a:br>
              <a:rPr lang="en-US" sz="1200"/>
            </a:br>
            <a:r>
              <a:rPr lang="en-US" sz="1200"/>
              <a:t>plt.show()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-------- task 2 --------</a:t>
            </a:r>
            <a:br>
              <a:rPr lang="en-US" sz="1200"/>
            </a:br>
            <a:r>
              <a:rPr lang="en-US" sz="1200"/>
              <a:t># compare regions</a:t>
            </a:r>
            <a:br>
              <a:rPr lang="en-US" sz="1200"/>
            </a:br>
            <a:r>
              <a:rPr lang="en-US" sz="1200"/>
              <a:t>region_avg = data.groupby("region")["shelt_rent_30plus_rate"].mean()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region_avg.plot(</a:t>
            </a:r>
            <a:br>
              <a:rPr lang="en-US" sz="1200"/>
            </a:br>
            <a:r>
              <a:rPr lang="en-US" sz="1200"/>
              <a:t>    kind="pie",</a:t>
            </a:r>
            <a:br>
              <a:rPr lang="en-US" sz="1200"/>
            </a:br>
            <a:r>
              <a:rPr lang="en-US" sz="1200"/>
              <a:t>    autopct="%1.1f%%",</a:t>
            </a:r>
            <a:br>
              <a:rPr lang="en-US" sz="1200"/>
            </a:br>
            <a:r>
              <a:rPr lang="en-US" sz="1200"/>
              <a:t>    colors=["lightgreen", "orange", "pink", "violet", "lightgrey"]</a:t>
            </a:r>
            <a:br>
              <a:rPr lang="en-US" sz="1200"/>
            </a:br>
            <a:r>
              <a:rPr lang="en-US" sz="1200"/>
              <a:t>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plt.title("Rent by Region")</a:t>
            </a:r>
            <a:br>
              <a:rPr lang="en-US" sz="1200"/>
            </a:br>
            <a:r>
              <a:rPr lang="en-US" sz="1200"/>
              <a:t>plt.ylabel("")</a:t>
            </a:r>
            <a:br>
              <a:rPr lang="en-US" sz="1200"/>
            </a:br>
            <a:r>
              <a:rPr lang="en-US" sz="1200"/>
              <a:t>plt.show()</a:t>
            </a:r>
            <a:br>
              <a:rPr lang="en-US" sz="1200"/>
            </a:br>
            <a:r>
              <a:rPr lang="en-US" sz="120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82913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Regional Comparison (Chart)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Task 1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Areas with &gt;50% renters spending high income on rent:</a:t>
            </a:r>
          </a:p>
          <a:p>
            <a:r>
              <a:rPr lang="en-US" dirty="0">
                <a:solidFill>
                  <a:srgbClr val="FFFFFF"/>
                </a:solidFill>
              </a:rPr>
              <a:t>Richmond City Centre - 55.5%</a:t>
            </a:r>
          </a:p>
          <a:p>
            <a:r>
              <a:rPr lang="en-US" dirty="0">
                <a:solidFill>
                  <a:srgbClr val="FFFFFF"/>
                </a:solidFill>
              </a:rPr>
              <a:t>Keremeos - 51.0%</a:t>
            </a:r>
          </a:p>
          <a:p>
            <a:r>
              <a:rPr lang="en-US" dirty="0">
                <a:solidFill>
                  <a:srgbClr val="FFFFFF"/>
                </a:solidFill>
              </a:rPr>
              <a:t>Downtown Eastside - 53.6%</a:t>
            </a:r>
          </a:p>
          <a:p>
            <a:r>
              <a:rPr lang="en-US" dirty="0">
                <a:solidFill>
                  <a:srgbClr val="FFFFFF"/>
                </a:solidFill>
              </a:rPr>
              <a:t>Shaughnessy/Arbutus Ridge/Kerrisdale - 50.2%</a:t>
            </a:r>
          </a:p>
          <a:p>
            <a:r>
              <a:rPr lang="en-US" dirty="0">
                <a:solidFill>
                  <a:srgbClr val="FFFFFF"/>
                </a:solidFill>
              </a:rPr>
              <a:t>University of British Columbia - 65.7%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Task 2: Regional Comparison (Real Data)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503440"/>
              </p:ext>
            </p:extLst>
          </p:nvPr>
        </p:nvGraphicFramePr>
        <p:xfrm>
          <a:off x="739476" y="934222"/>
          <a:ext cx="6216024" cy="329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9704-CC7C-6DF6-8370-173455C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Result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65B5-9DC3-DE9C-7F02-90F228FA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60090"/>
            <a:ext cx="6347714" cy="4581273"/>
          </a:xfrm>
        </p:spPr>
        <p:txBody>
          <a:bodyPr/>
          <a:lstStyle/>
          <a:p>
            <a:r>
              <a:rPr lang="en-US" sz="2400" dirty="0">
                <a:latin typeface="Century" panose="02040604050505020304" pitchFamily="18" charset="0"/>
              </a:rPr>
              <a:t>According to the research results, rent is more expensive in coastal areas while it is less expensive in interior and northern areas. This shows that home affordability fluctuates by region</a:t>
            </a:r>
            <a:r>
              <a:rPr lang="en-US" dirty="0">
                <a:latin typeface="Century" panose="020406040505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7866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uses at winter">
            <a:extLst>
              <a:ext uri="{FF2B5EF4-FFF2-40B4-BE49-F238E27FC236}">
                <a16:creationId xmlns:a16="http://schemas.microsoft.com/office/drawing/2014/main" id="{4E1A6408-585E-DEB5-26A3-349C8D6C7D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6" r="16033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64D576-9B88-37FE-7F3A-CBAB8176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FD47E-648D-0C28-BF96-21ECACEDA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2160589"/>
            <a:ext cx="3572668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This project shows that housing affordability is a serious issue in British Columbia.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 Coastal regions have higher rent burden compared to Interior and Northern regions. 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results suggest that housing support policies may not be equally effective across all regions.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 Therefore, better and region-specific subsidy policies are needed.”</a:t>
            </a:r>
          </a:p>
        </p:txBody>
      </p:sp>
    </p:spTree>
    <p:extLst>
      <p:ext uri="{BB962C8B-B14F-4D97-AF65-F5344CB8AC3E}">
        <p14:creationId xmlns:p14="http://schemas.microsoft.com/office/powerpoint/2010/main" val="1541833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16B8-C00C-97CA-F858-D956480D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076633"/>
            <a:ext cx="6347714" cy="374609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4138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124</TotalTime>
  <Words>604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Century</vt:lpstr>
      <vt:lpstr>Trebuchet MS</vt:lpstr>
      <vt:lpstr>Wingdings 3</vt:lpstr>
      <vt:lpstr>Facet</vt:lpstr>
      <vt:lpstr>Project</vt:lpstr>
      <vt:lpstr>Introduction </vt:lpstr>
      <vt:lpstr>Chosen Project</vt:lpstr>
      <vt:lpstr>Objective</vt:lpstr>
      <vt:lpstr>About what in the presentation </vt:lpstr>
      <vt:lpstr>Tools &amp; Skills</vt:lpstr>
      <vt:lpstr>Python code   import pandas as pd import matplotlib.pyplot as plt  # read data file data = pd.read_csv("bc_census_2016.csv")  # -------- task 1 -------- # find areas with high rent high_rent = data[data["shelt_rent_30plus_rate"] &gt; 50]  plt.bar(high_rent["area_name"], high_rent["shelt_rent_30plus_rate"], color="blue") plt.title("High Rent Areas") plt.xlabel("Area") plt.ylabel("Percent") plt.xticks(rotation=45) plt.show()  # -------- task 2 -------- # compare regions region_avg = data.groupby("region")["shelt_rent_30plus_rate"].mean()  region_avg.plot(     kind="pie",     autopct="%1.1f%%",     colors=["lightgreen", "orange", "pink", "violet", "lightgrey"] )  plt.title("Rent by Region") plt.ylabel("") plt.show()  </vt:lpstr>
      <vt:lpstr>Regional Comparison (Chart)</vt:lpstr>
      <vt:lpstr>Task 1 Results</vt:lpstr>
      <vt:lpstr>Task 2: Regional Comparison (Real Data)</vt:lpstr>
      <vt:lpstr>Result </vt:lpstr>
      <vt:lpstr>Conclusion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Parmeet Kaur .</dc:creator>
  <cp:keywords/>
  <dc:description>generated using python-pptx</dc:description>
  <cp:lastModifiedBy>Parmeet Kaur .</cp:lastModifiedBy>
  <cp:revision>6</cp:revision>
  <dcterms:created xsi:type="dcterms:W3CDTF">2013-01-27T09:14:16Z</dcterms:created>
  <dcterms:modified xsi:type="dcterms:W3CDTF">2026-04-09T07:07:20Z</dcterms:modified>
  <cp:category/>
</cp:coreProperties>
</file>